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4"/>
  </p:notesMasterIdLst>
  <p:sldIdLst>
    <p:sldId id="290" r:id="rId2"/>
    <p:sldId id="291" r:id="rId3"/>
    <p:sldId id="292" r:id="rId4"/>
    <p:sldId id="293" r:id="rId5"/>
    <p:sldId id="294" r:id="rId6"/>
    <p:sldId id="295" r:id="rId7"/>
    <p:sldId id="296" r:id="rId8"/>
    <p:sldId id="297" r:id="rId9"/>
    <p:sldId id="312" r:id="rId10"/>
    <p:sldId id="298" r:id="rId11"/>
    <p:sldId id="299" r:id="rId12"/>
    <p:sldId id="300" r:id="rId13"/>
    <p:sldId id="301" r:id="rId14"/>
    <p:sldId id="302" r:id="rId15"/>
    <p:sldId id="303" r:id="rId16"/>
    <p:sldId id="311" r:id="rId17"/>
    <p:sldId id="304" r:id="rId18"/>
    <p:sldId id="305" r:id="rId19"/>
    <p:sldId id="306" r:id="rId20"/>
    <p:sldId id="307" r:id="rId21"/>
    <p:sldId id="308" r:id="rId22"/>
    <p:sldId id="309" r:id="rId23"/>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597DED7-87E9-8FFE-C42B-07F44890EE69}" v="36" dt="2026-07-14T12:42:56.737"/>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3969" autoAdjust="0"/>
  </p:normalViewPr>
  <p:slideViewPr>
    <p:cSldViewPr snapToGrid="0">
      <p:cViewPr varScale="1">
        <p:scale>
          <a:sx n="64" d="100"/>
          <a:sy n="64" d="100"/>
        </p:scale>
        <p:origin x="954"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customschemas.google.com/relationships/presentationmetadata" Target="metadata"/><Relationship Id="rId30"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man Shrivastava" userId="S::ashrivastava@edunetfoundation.org::c21995ab-fa37-4cde-b5a3-dec0fb9e9a10" providerId="AD" clId="Web-{088AD18C-7811-B1E2-9ED5-57A1A5542DF6}"/>
    <pc:docChg chg="addSld delSld modSld sldOrd">
      <pc:chgData name="Aman Shrivastava" userId="S::ashrivastava@edunetfoundation.org::c21995ab-fa37-4cde-b5a3-dec0fb9e9a10" providerId="AD" clId="Web-{088AD18C-7811-B1E2-9ED5-57A1A5542DF6}" dt="2026-06-19T06:28:44.546" v="262"/>
      <pc:docMkLst>
        <pc:docMk/>
      </pc:docMkLst>
      <pc:sldChg chg="addSp delSp modSp">
        <pc:chgData name="Aman Shrivastava" userId="S::ashrivastava@edunetfoundation.org::c21995ab-fa37-4cde-b5a3-dec0fb9e9a10" providerId="AD" clId="Web-{088AD18C-7811-B1E2-9ED5-57A1A5542DF6}" dt="2026-06-19T06:24:33.481" v="246"/>
        <pc:sldMkLst>
          <pc:docMk/>
          <pc:sldMk cId="0" sldId="257"/>
        </pc:sldMkLst>
        <pc:spChg chg="add mod">
          <ac:chgData name="Aman Shrivastava" userId="S::ashrivastava@edunetfoundation.org::c21995ab-fa37-4cde-b5a3-dec0fb9e9a10" providerId="AD" clId="Web-{088AD18C-7811-B1E2-9ED5-57A1A5542DF6}" dt="2026-06-19T06:23:34.731" v="211" actId="20577"/>
          <ac:spMkLst>
            <pc:docMk/>
            <pc:sldMk cId="0" sldId="257"/>
            <ac:spMk id="3" creationId="{B0B023FA-CFEB-ACE9-8425-7E72E307CDC5}"/>
          </ac:spMkLst>
        </pc:spChg>
      </pc:sldChg>
      <pc:sldChg chg="addSp delSp modSp">
        <pc:chgData name="Aman Shrivastava" userId="S::ashrivastava@edunetfoundation.org::c21995ab-fa37-4cde-b5a3-dec0fb9e9a10" providerId="AD" clId="Web-{088AD18C-7811-B1E2-9ED5-57A1A5542DF6}" dt="2026-06-19T06:15:34.945" v="78" actId="1076"/>
        <pc:sldMkLst>
          <pc:docMk/>
          <pc:sldMk cId="0" sldId="262"/>
        </pc:sldMkLst>
        <pc:picChg chg="add mod">
          <ac:chgData name="Aman Shrivastava" userId="S::ashrivastava@edunetfoundation.org::c21995ab-fa37-4cde-b5a3-dec0fb9e9a10" providerId="AD" clId="Web-{088AD18C-7811-B1E2-9ED5-57A1A5542DF6}" dt="2026-06-19T06:15:34.945" v="78" actId="1076"/>
          <ac:picMkLst>
            <pc:docMk/>
            <pc:sldMk cId="0" sldId="262"/>
            <ac:picMk id="3" creationId="{81932CE2-F219-0CA8-0102-55B8C682B8A2}"/>
          </ac:picMkLst>
        </pc:picChg>
      </pc:sldChg>
      <pc:sldChg chg="addSp delSp modSp">
        <pc:chgData name="Aman Shrivastava" userId="S::ashrivastava@edunetfoundation.org::c21995ab-fa37-4cde-b5a3-dec0fb9e9a10" providerId="AD" clId="Web-{088AD18C-7811-B1E2-9ED5-57A1A5542DF6}" dt="2026-06-19T06:25:36.169" v="257" actId="20577"/>
        <pc:sldMkLst>
          <pc:docMk/>
          <pc:sldMk cId="2115484872" sldId="277"/>
        </pc:sldMkLst>
        <pc:spChg chg="add mod">
          <ac:chgData name="Aman Shrivastava" userId="S::ashrivastava@edunetfoundation.org::c21995ab-fa37-4cde-b5a3-dec0fb9e9a10" providerId="AD" clId="Web-{088AD18C-7811-B1E2-9ED5-57A1A5542DF6}" dt="2026-06-19T06:25:32.075" v="255" actId="20577"/>
          <ac:spMkLst>
            <pc:docMk/>
            <pc:sldMk cId="2115484872" sldId="277"/>
            <ac:spMk id="14" creationId="{7B8E599E-5B1D-59CD-4F1D-CEF8D0CA327B}"/>
          </ac:spMkLst>
        </pc:spChg>
        <pc:spChg chg="add mod">
          <ac:chgData name="Aman Shrivastava" userId="S::ashrivastava@edunetfoundation.org::c21995ab-fa37-4cde-b5a3-dec0fb9e9a10" providerId="AD" clId="Web-{088AD18C-7811-B1E2-9ED5-57A1A5542DF6}" dt="2026-06-19T06:25:36.169" v="257" actId="20577"/>
          <ac:spMkLst>
            <pc:docMk/>
            <pc:sldMk cId="2115484872" sldId="277"/>
            <ac:spMk id="15" creationId="{B22EA981-5113-2D05-C1A2-169306E1D47C}"/>
          </ac:spMkLst>
        </pc:spChg>
        <pc:picChg chg="add mod">
          <ac:chgData name="Aman Shrivastava" userId="S::ashrivastava@edunetfoundation.org::c21995ab-fa37-4cde-b5a3-dec0fb9e9a10" providerId="AD" clId="Web-{088AD18C-7811-B1E2-9ED5-57A1A5542DF6}" dt="2026-06-19T06:25:26.403" v="253" actId="1076"/>
          <ac:picMkLst>
            <pc:docMk/>
            <pc:sldMk cId="2115484872" sldId="277"/>
            <ac:picMk id="12" creationId="{3E29AF1D-88C4-87E5-74DF-4E97121E06CE}"/>
          </ac:picMkLst>
        </pc:picChg>
        <pc:picChg chg="add mod">
          <ac:chgData name="Aman Shrivastava" userId="S::ashrivastava@edunetfoundation.org::c21995ab-fa37-4cde-b5a3-dec0fb9e9a10" providerId="AD" clId="Web-{088AD18C-7811-B1E2-9ED5-57A1A5542DF6}" dt="2026-06-19T06:25:26.403" v="254" actId="1076"/>
          <ac:picMkLst>
            <pc:docMk/>
            <pc:sldMk cId="2115484872" sldId="277"/>
            <ac:picMk id="13" creationId="{C81444F5-0692-DD67-1759-70821E53B029}"/>
          </ac:picMkLst>
        </pc:picChg>
      </pc:sldChg>
      <pc:sldChg chg="addSp delSp modSp add del ord">
        <pc:chgData name="Aman Shrivastava" userId="S::ashrivastava@edunetfoundation.org::c21995ab-fa37-4cde-b5a3-dec0fb9e9a10" providerId="AD" clId="Web-{088AD18C-7811-B1E2-9ED5-57A1A5542DF6}" dt="2026-06-19T06:28:44.546" v="262"/>
        <pc:sldMkLst>
          <pc:docMk/>
          <pc:sldMk cId="3764405840" sldId="278"/>
        </pc:sldMkLst>
        <pc:spChg chg="add del mod">
          <ac:chgData name="Aman Shrivastava" userId="S::ashrivastava@edunetfoundation.org::c21995ab-fa37-4cde-b5a3-dec0fb9e9a10" providerId="AD" clId="Web-{088AD18C-7811-B1E2-9ED5-57A1A5542DF6}" dt="2026-06-19T06:06:19.065" v="68" actId="20577"/>
          <ac:spMkLst>
            <pc:docMk/>
            <pc:sldMk cId="3764405840" sldId="278"/>
            <ac:spMk id="2" creationId="{151FBD4A-3273-E454-091D-D5B0678FC299}"/>
          </ac:spMkLst>
        </pc:spChg>
      </pc:sldChg>
      <pc:sldChg chg="addSp delSp modSp">
        <pc:chgData name="Aman Shrivastava" userId="S::ashrivastava@edunetfoundation.org::c21995ab-fa37-4cde-b5a3-dec0fb9e9a10" providerId="AD" clId="Web-{088AD18C-7811-B1E2-9ED5-57A1A5542DF6}" dt="2026-06-19T06:11:15.349" v="75" actId="1076"/>
        <pc:sldMkLst>
          <pc:docMk/>
          <pc:sldMk cId="2772501912" sldId="279"/>
        </pc:sldMkLst>
        <pc:picChg chg="add mod">
          <ac:chgData name="Aman Shrivastava" userId="S::ashrivastava@edunetfoundation.org::c21995ab-fa37-4cde-b5a3-dec0fb9e9a10" providerId="AD" clId="Web-{088AD18C-7811-B1E2-9ED5-57A1A5542DF6}" dt="2026-06-19T06:11:15.349" v="75" actId="1076"/>
          <ac:picMkLst>
            <pc:docMk/>
            <pc:sldMk cId="2772501912" sldId="279"/>
            <ac:picMk id="4" creationId="{C597681A-DF93-B190-DD21-CBAEDA4E3CBF}"/>
          </ac:picMkLst>
        </pc:picChg>
      </pc:sldChg>
      <pc:sldChg chg="addSp delSp ord">
        <pc:chgData name="Aman Shrivastava" userId="S::ashrivastava@edunetfoundation.org::c21995ab-fa37-4cde-b5a3-dec0fb9e9a10" providerId="AD" clId="Web-{088AD18C-7811-B1E2-9ED5-57A1A5542DF6}" dt="2026-06-19T06:27:30.076" v="259"/>
        <pc:sldMkLst>
          <pc:docMk/>
          <pc:sldMk cId="2605851928" sldId="287"/>
        </pc:sldMkLst>
      </pc:sldChg>
      <pc:sldChg chg="addSp delSp modSp new">
        <pc:chgData name="Aman Shrivastava" userId="S::ashrivastava@edunetfoundation.org::c21995ab-fa37-4cde-b5a3-dec0fb9e9a10" providerId="AD" clId="Web-{088AD18C-7811-B1E2-9ED5-57A1A5542DF6}" dt="2026-06-19T05:49:31.148" v="36" actId="20577"/>
        <pc:sldMkLst>
          <pc:docMk/>
          <pc:sldMk cId="1229047658" sldId="288"/>
        </pc:sldMkLst>
        <pc:spChg chg="add mod">
          <ac:chgData name="Aman Shrivastava" userId="S::ashrivastava@edunetfoundation.org::c21995ab-fa37-4cde-b5a3-dec0fb9e9a10" providerId="AD" clId="Web-{088AD18C-7811-B1E2-9ED5-57A1A5542DF6}" dt="2026-06-19T05:49:31.148" v="36" actId="20577"/>
          <ac:spMkLst>
            <pc:docMk/>
            <pc:sldMk cId="1229047658" sldId="288"/>
            <ac:spMk id="6" creationId="{3F1C7BCA-5DD7-F4D3-A937-D1C56976DA01}"/>
          </ac:spMkLst>
        </pc:spChg>
      </pc:sldChg>
    </pc:docChg>
  </pc:docChgLst>
  <pc:docChgLst>
    <pc:chgData name="Aman Shrivastava" userId="S::ashrivastava@edunetfoundation.org::c21995ab-fa37-4cde-b5a3-dec0fb9e9a10" providerId="AD" clId="Web-{E27D249D-B118-0810-7731-E1B1C378D9D3}"/>
    <pc:docChg chg="modSld">
      <pc:chgData name="Aman Shrivastava" userId="S::ashrivastava@edunetfoundation.org::c21995ab-fa37-4cde-b5a3-dec0fb9e9a10" providerId="AD" clId="Web-{E27D249D-B118-0810-7731-E1B1C378D9D3}" dt="2026-06-19T09:09:54.163" v="1" actId="20577"/>
      <pc:docMkLst>
        <pc:docMk/>
      </pc:docMkLst>
      <pc:sldChg chg="modSp">
        <pc:chgData name="Aman Shrivastava" userId="S::ashrivastava@edunetfoundation.org::c21995ab-fa37-4cde-b5a3-dec0fb9e9a10" providerId="AD" clId="Web-{E27D249D-B118-0810-7731-E1B1C378D9D3}" dt="2026-06-19T09:09:54.163" v="1" actId="20577"/>
        <pc:sldMkLst>
          <pc:docMk/>
          <pc:sldMk cId="3764405840" sldId="278"/>
        </pc:sldMkLst>
        <pc:spChg chg="mod">
          <ac:chgData name="Aman Shrivastava" userId="S::ashrivastava@edunetfoundation.org::c21995ab-fa37-4cde-b5a3-dec0fb9e9a10" providerId="AD" clId="Web-{E27D249D-B118-0810-7731-E1B1C378D9D3}" dt="2026-06-19T09:09:54.163" v="1" actId="20577"/>
          <ac:spMkLst>
            <pc:docMk/>
            <pc:sldMk cId="3764405840" sldId="278"/>
            <ac:spMk id="3" creationId="{4A7608B5-9906-EFCF-959A-E89FC2E3EE19}"/>
          </ac:spMkLst>
        </pc:spChg>
      </pc:sldChg>
    </pc:docChg>
  </pc:docChgLst>
  <pc:docChgLst>
    <pc:chgData name="Bhupesh Vyankat Ther" userId="S::bvther@edunetfoundation.org::3dcf1697-dd97-45f9-859f-b5bba4487417" providerId="AD" clId="Web-{9DDCDCB8-E336-06C9-9BC1-C212CD122CD0}"/>
    <pc:docChg chg="modSld">
      <pc:chgData name="Bhupesh Vyankat Ther" userId="S::bvther@edunetfoundation.org::3dcf1697-dd97-45f9-859f-b5bba4487417" providerId="AD" clId="Web-{9DDCDCB8-E336-06C9-9BC1-C212CD122CD0}" dt="2026-06-23T04:41:50.196" v="0" actId="1076"/>
      <pc:docMkLst>
        <pc:docMk/>
      </pc:docMkLst>
      <pc:sldChg chg="modSp">
        <pc:chgData name="Bhupesh Vyankat Ther" userId="S::bvther@edunetfoundation.org::3dcf1697-dd97-45f9-859f-b5bba4487417" providerId="AD" clId="Web-{9DDCDCB8-E336-06C9-9BC1-C212CD122CD0}" dt="2026-06-23T04:41:50.196" v="0" actId="1076"/>
        <pc:sldMkLst>
          <pc:docMk/>
          <pc:sldMk cId="1229047658" sldId="288"/>
        </pc:sldMkLst>
        <pc:picChg chg="mod">
          <ac:chgData name="Bhupesh Vyankat Ther" userId="S::bvther@edunetfoundation.org::3dcf1697-dd97-45f9-859f-b5bba4487417" providerId="AD" clId="Web-{9DDCDCB8-E336-06C9-9BC1-C212CD122CD0}" dt="2026-06-23T04:41:50.196" v="0" actId="1076"/>
          <ac:picMkLst>
            <pc:docMk/>
            <pc:sldMk cId="1229047658" sldId="288"/>
            <ac:picMk id="4" creationId="{A037CFD0-B7FF-D9BE-3433-88E5844EF332}"/>
          </ac:picMkLst>
        </pc:picChg>
      </pc:sldChg>
    </pc:docChg>
  </pc:docChgLst>
  <pc:docChgLst>
    <pc:chgData name="Aswini Kumar Motapothula" userId="S::aswinikumar@edunetfoundation.org::8849ae8d-bc89-4217-899c-9440ffcae5bb" providerId="AD" clId="Web-{5597DED7-87E9-8FFE-C42B-07F44890EE69}"/>
    <pc:docChg chg="addSld delSld">
      <pc:chgData name="Aswini Kumar Motapothula" userId="S::aswinikumar@edunetfoundation.org::8849ae8d-bc89-4217-899c-9440ffcae5bb" providerId="AD" clId="Web-{5597DED7-87E9-8FFE-C42B-07F44890EE69}" dt="2026-07-14T12:42:56.737" v="35"/>
      <pc:docMkLst>
        <pc:docMk/>
      </pc:docMkLst>
      <pc:sldChg chg="del">
        <pc:chgData name="Aswini Kumar Motapothula" userId="S::aswinikumar@edunetfoundation.org::8849ae8d-bc89-4217-899c-9440ffcae5bb" providerId="AD" clId="Web-{5597DED7-87E9-8FFE-C42B-07F44890EE69}" dt="2026-07-14T12:42:56.737" v="35"/>
        <pc:sldMkLst>
          <pc:docMk/>
          <pc:sldMk cId="0" sldId="257"/>
        </pc:sldMkLst>
      </pc:sldChg>
      <pc:sldChg chg="del">
        <pc:chgData name="Aswini Kumar Motapothula" userId="S::aswinikumar@edunetfoundation.org::8849ae8d-bc89-4217-899c-9440ffcae5bb" providerId="AD" clId="Web-{5597DED7-87E9-8FFE-C42B-07F44890EE69}" dt="2026-07-14T12:42:56.737" v="29"/>
        <pc:sldMkLst>
          <pc:docMk/>
          <pc:sldMk cId="0" sldId="262"/>
        </pc:sldMkLst>
      </pc:sldChg>
      <pc:sldChg chg="del">
        <pc:chgData name="Aswini Kumar Motapothula" userId="S::aswinikumar@edunetfoundation.org::8849ae8d-bc89-4217-899c-9440ffcae5bb" providerId="AD" clId="Web-{5597DED7-87E9-8FFE-C42B-07F44890EE69}" dt="2026-07-14T12:42:56.737" v="28"/>
        <pc:sldMkLst>
          <pc:docMk/>
          <pc:sldMk cId="0" sldId="264"/>
        </pc:sldMkLst>
      </pc:sldChg>
      <pc:sldChg chg="del">
        <pc:chgData name="Aswini Kumar Motapothula" userId="S::aswinikumar@edunetfoundation.org::8849ae8d-bc89-4217-899c-9440ffcae5bb" providerId="AD" clId="Web-{5597DED7-87E9-8FFE-C42B-07F44890EE69}" dt="2026-07-14T12:42:56.721" v="21"/>
        <pc:sldMkLst>
          <pc:docMk/>
          <pc:sldMk cId="0" sldId="276"/>
        </pc:sldMkLst>
      </pc:sldChg>
      <pc:sldChg chg="del">
        <pc:chgData name="Aswini Kumar Motapothula" userId="S::aswinikumar@edunetfoundation.org::8849ae8d-bc89-4217-899c-9440ffcae5bb" providerId="AD" clId="Web-{5597DED7-87E9-8FFE-C42B-07F44890EE69}" dt="2026-07-14T12:42:56.737" v="27"/>
        <pc:sldMkLst>
          <pc:docMk/>
          <pc:sldMk cId="2115484872" sldId="277"/>
        </pc:sldMkLst>
      </pc:sldChg>
      <pc:sldChg chg="del">
        <pc:chgData name="Aswini Kumar Motapothula" userId="S::aswinikumar@edunetfoundation.org::8849ae8d-bc89-4217-899c-9440ffcae5bb" providerId="AD" clId="Web-{5597DED7-87E9-8FFE-C42B-07F44890EE69}" dt="2026-07-14T12:42:56.737" v="32"/>
        <pc:sldMkLst>
          <pc:docMk/>
          <pc:sldMk cId="3764405840" sldId="278"/>
        </pc:sldMkLst>
      </pc:sldChg>
      <pc:sldChg chg="del">
        <pc:chgData name="Aswini Kumar Motapothula" userId="S::aswinikumar@edunetfoundation.org::8849ae8d-bc89-4217-899c-9440ffcae5bb" providerId="AD" clId="Web-{5597DED7-87E9-8FFE-C42B-07F44890EE69}" dt="2026-07-14T12:42:56.737" v="30"/>
        <pc:sldMkLst>
          <pc:docMk/>
          <pc:sldMk cId="2772501912" sldId="279"/>
        </pc:sldMkLst>
      </pc:sldChg>
      <pc:sldChg chg="del">
        <pc:chgData name="Aswini Kumar Motapothula" userId="S::aswinikumar@edunetfoundation.org::8849ae8d-bc89-4217-899c-9440ffcae5bb" providerId="AD" clId="Web-{5597DED7-87E9-8FFE-C42B-07F44890EE69}" dt="2026-07-14T12:42:56.721" v="24"/>
        <pc:sldMkLst>
          <pc:docMk/>
          <pc:sldMk cId="2136706720" sldId="280"/>
        </pc:sldMkLst>
      </pc:sldChg>
      <pc:sldChg chg="del">
        <pc:chgData name="Aswini Kumar Motapothula" userId="S::aswinikumar@edunetfoundation.org::8849ae8d-bc89-4217-899c-9440ffcae5bb" providerId="AD" clId="Web-{5597DED7-87E9-8FFE-C42B-07F44890EE69}" dt="2026-07-14T12:42:56.737" v="31"/>
        <pc:sldMkLst>
          <pc:docMk/>
          <pc:sldMk cId="328526394" sldId="281"/>
        </pc:sldMkLst>
      </pc:sldChg>
      <pc:sldChg chg="del">
        <pc:chgData name="Aswini Kumar Motapothula" userId="S::aswinikumar@edunetfoundation.org::8849ae8d-bc89-4217-899c-9440ffcae5bb" providerId="AD" clId="Web-{5597DED7-87E9-8FFE-C42B-07F44890EE69}" dt="2026-07-14T12:42:56.737" v="34"/>
        <pc:sldMkLst>
          <pc:docMk/>
          <pc:sldMk cId="2952584201" sldId="282"/>
        </pc:sldMkLst>
      </pc:sldChg>
      <pc:sldChg chg="del">
        <pc:chgData name="Aswini Kumar Motapothula" userId="S::aswinikumar@edunetfoundation.org::8849ae8d-bc89-4217-899c-9440ffcae5bb" providerId="AD" clId="Web-{5597DED7-87E9-8FFE-C42B-07F44890EE69}" dt="2026-07-14T12:42:42.455" v="20"/>
        <pc:sldMkLst>
          <pc:docMk/>
          <pc:sldMk cId="957564641" sldId="283"/>
        </pc:sldMkLst>
      </pc:sldChg>
      <pc:sldChg chg="del">
        <pc:chgData name="Aswini Kumar Motapothula" userId="S::aswinikumar@edunetfoundation.org::8849ae8d-bc89-4217-899c-9440ffcae5bb" providerId="AD" clId="Web-{5597DED7-87E9-8FFE-C42B-07F44890EE69}" dt="2026-07-14T12:42:56.737" v="33"/>
        <pc:sldMkLst>
          <pc:docMk/>
          <pc:sldMk cId="2290294991" sldId="285"/>
        </pc:sldMkLst>
      </pc:sldChg>
      <pc:sldChg chg="del">
        <pc:chgData name="Aswini Kumar Motapothula" userId="S::aswinikumar@edunetfoundation.org::8849ae8d-bc89-4217-899c-9440ffcae5bb" providerId="AD" clId="Web-{5597DED7-87E9-8FFE-C42B-07F44890EE69}" dt="2026-07-14T12:42:56.737" v="26"/>
        <pc:sldMkLst>
          <pc:docMk/>
          <pc:sldMk cId="917964102" sldId="286"/>
        </pc:sldMkLst>
      </pc:sldChg>
      <pc:sldChg chg="del">
        <pc:chgData name="Aswini Kumar Motapothula" userId="S::aswinikumar@edunetfoundation.org::8849ae8d-bc89-4217-899c-9440ffcae5bb" providerId="AD" clId="Web-{5597DED7-87E9-8FFE-C42B-07F44890EE69}" dt="2026-07-14T12:42:56.721" v="25"/>
        <pc:sldMkLst>
          <pc:docMk/>
          <pc:sldMk cId="2605851928" sldId="287"/>
        </pc:sldMkLst>
      </pc:sldChg>
      <pc:sldChg chg="del">
        <pc:chgData name="Aswini Kumar Motapothula" userId="S::aswinikumar@edunetfoundation.org::8849ae8d-bc89-4217-899c-9440ffcae5bb" providerId="AD" clId="Web-{5597DED7-87E9-8FFE-C42B-07F44890EE69}" dt="2026-07-14T12:42:56.721" v="23"/>
        <pc:sldMkLst>
          <pc:docMk/>
          <pc:sldMk cId="1229047658" sldId="288"/>
        </pc:sldMkLst>
      </pc:sldChg>
      <pc:sldChg chg="del">
        <pc:chgData name="Aswini Kumar Motapothula" userId="S::aswinikumar@edunetfoundation.org::8849ae8d-bc89-4217-899c-9440ffcae5bb" providerId="AD" clId="Web-{5597DED7-87E9-8FFE-C42B-07F44890EE69}" dt="2026-07-14T12:42:56.721" v="22"/>
        <pc:sldMkLst>
          <pc:docMk/>
          <pc:sldMk cId="2506610743" sldId="289"/>
        </pc:sldMkLst>
      </pc:sldChg>
      <pc:sldChg chg="add">
        <pc:chgData name="Aswini Kumar Motapothula" userId="S::aswinikumar@edunetfoundation.org::8849ae8d-bc89-4217-899c-9440ffcae5bb" providerId="AD" clId="Web-{5597DED7-87E9-8FFE-C42B-07F44890EE69}" dt="2026-07-14T12:42:28.157" v="0"/>
        <pc:sldMkLst>
          <pc:docMk/>
          <pc:sldMk cId="3828559527" sldId="290"/>
        </pc:sldMkLst>
      </pc:sldChg>
      <pc:sldChg chg="add">
        <pc:chgData name="Aswini Kumar Motapothula" userId="S::aswinikumar@edunetfoundation.org::8849ae8d-bc89-4217-899c-9440ffcae5bb" providerId="AD" clId="Web-{5597DED7-87E9-8FFE-C42B-07F44890EE69}" dt="2026-07-14T12:42:28.204" v="1"/>
        <pc:sldMkLst>
          <pc:docMk/>
          <pc:sldMk cId="952317876" sldId="291"/>
        </pc:sldMkLst>
      </pc:sldChg>
      <pc:sldChg chg="add">
        <pc:chgData name="Aswini Kumar Motapothula" userId="S::aswinikumar@edunetfoundation.org::8849ae8d-bc89-4217-899c-9440ffcae5bb" providerId="AD" clId="Web-{5597DED7-87E9-8FFE-C42B-07F44890EE69}" dt="2026-07-14T12:42:28.266" v="2"/>
        <pc:sldMkLst>
          <pc:docMk/>
          <pc:sldMk cId="261653373" sldId="292"/>
        </pc:sldMkLst>
      </pc:sldChg>
      <pc:sldChg chg="add">
        <pc:chgData name="Aswini Kumar Motapothula" userId="S::aswinikumar@edunetfoundation.org::8849ae8d-bc89-4217-899c-9440ffcae5bb" providerId="AD" clId="Web-{5597DED7-87E9-8FFE-C42B-07F44890EE69}" dt="2026-07-14T12:42:28.313" v="3"/>
        <pc:sldMkLst>
          <pc:docMk/>
          <pc:sldMk cId="619459906" sldId="293"/>
        </pc:sldMkLst>
      </pc:sldChg>
      <pc:sldChg chg="add">
        <pc:chgData name="Aswini Kumar Motapothula" userId="S::aswinikumar@edunetfoundation.org::8849ae8d-bc89-4217-899c-9440ffcae5bb" providerId="AD" clId="Web-{5597DED7-87E9-8FFE-C42B-07F44890EE69}" dt="2026-07-14T12:42:28.360" v="4"/>
        <pc:sldMkLst>
          <pc:docMk/>
          <pc:sldMk cId="443603904" sldId="294"/>
        </pc:sldMkLst>
      </pc:sldChg>
      <pc:sldChg chg="add">
        <pc:chgData name="Aswini Kumar Motapothula" userId="S::aswinikumar@edunetfoundation.org::8849ae8d-bc89-4217-899c-9440ffcae5bb" providerId="AD" clId="Web-{5597DED7-87E9-8FFE-C42B-07F44890EE69}" dt="2026-07-14T12:42:28.563" v="5"/>
        <pc:sldMkLst>
          <pc:docMk/>
          <pc:sldMk cId="3114963633" sldId="295"/>
        </pc:sldMkLst>
      </pc:sldChg>
      <pc:sldChg chg="add">
        <pc:chgData name="Aswini Kumar Motapothula" userId="S::aswinikumar@edunetfoundation.org::8849ae8d-bc89-4217-899c-9440ffcae5bb" providerId="AD" clId="Web-{5597DED7-87E9-8FFE-C42B-07F44890EE69}" dt="2026-07-14T12:42:28.735" v="6"/>
        <pc:sldMkLst>
          <pc:docMk/>
          <pc:sldMk cId="1316545553" sldId="296"/>
        </pc:sldMkLst>
      </pc:sldChg>
      <pc:sldChg chg="add">
        <pc:chgData name="Aswini Kumar Motapothula" userId="S::aswinikumar@edunetfoundation.org::8849ae8d-bc89-4217-899c-9440ffcae5bb" providerId="AD" clId="Web-{5597DED7-87E9-8FFE-C42B-07F44890EE69}" dt="2026-07-14T12:42:28.923" v="7"/>
        <pc:sldMkLst>
          <pc:docMk/>
          <pc:sldMk cId="232371894" sldId="297"/>
        </pc:sldMkLst>
      </pc:sldChg>
      <pc:sldChg chg="add">
        <pc:chgData name="Aswini Kumar Motapothula" userId="S::aswinikumar@edunetfoundation.org::8849ae8d-bc89-4217-899c-9440ffcae5bb" providerId="AD" clId="Web-{5597DED7-87E9-8FFE-C42B-07F44890EE69}" dt="2026-07-14T12:42:29.094" v="8"/>
        <pc:sldMkLst>
          <pc:docMk/>
          <pc:sldMk cId="445195169" sldId="298"/>
        </pc:sldMkLst>
      </pc:sldChg>
      <pc:sldChg chg="add">
        <pc:chgData name="Aswini Kumar Motapothula" userId="S::aswinikumar@edunetfoundation.org::8849ae8d-bc89-4217-899c-9440ffcae5bb" providerId="AD" clId="Web-{5597DED7-87E9-8FFE-C42B-07F44890EE69}" dt="2026-07-14T12:42:29.235" v="9"/>
        <pc:sldMkLst>
          <pc:docMk/>
          <pc:sldMk cId="4000696967" sldId="299"/>
        </pc:sldMkLst>
      </pc:sldChg>
      <pc:sldChg chg="add">
        <pc:chgData name="Aswini Kumar Motapothula" userId="S::aswinikumar@edunetfoundation.org::8849ae8d-bc89-4217-899c-9440ffcae5bb" providerId="AD" clId="Web-{5597DED7-87E9-8FFE-C42B-07F44890EE69}" dt="2026-07-14T12:42:29.345" v="10"/>
        <pc:sldMkLst>
          <pc:docMk/>
          <pc:sldMk cId="893417001" sldId="300"/>
        </pc:sldMkLst>
      </pc:sldChg>
      <pc:sldChg chg="add">
        <pc:chgData name="Aswini Kumar Motapothula" userId="S::aswinikumar@edunetfoundation.org::8849ae8d-bc89-4217-899c-9440ffcae5bb" providerId="AD" clId="Web-{5597DED7-87E9-8FFE-C42B-07F44890EE69}" dt="2026-07-14T12:42:29.548" v="11"/>
        <pc:sldMkLst>
          <pc:docMk/>
          <pc:sldMk cId="1429961814" sldId="301"/>
        </pc:sldMkLst>
      </pc:sldChg>
      <pc:sldChg chg="add">
        <pc:chgData name="Aswini Kumar Motapothula" userId="S::aswinikumar@edunetfoundation.org::8849ae8d-bc89-4217-899c-9440ffcae5bb" providerId="AD" clId="Web-{5597DED7-87E9-8FFE-C42B-07F44890EE69}" dt="2026-07-14T12:42:29.704" v="12"/>
        <pc:sldMkLst>
          <pc:docMk/>
          <pc:sldMk cId="3585092305" sldId="302"/>
        </pc:sldMkLst>
      </pc:sldChg>
      <pc:sldChg chg="add">
        <pc:chgData name="Aswini Kumar Motapothula" userId="S::aswinikumar@edunetfoundation.org::8849ae8d-bc89-4217-899c-9440ffcae5bb" providerId="AD" clId="Web-{5597DED7-87E9-8FFE-C42B-07F44890EE69}" dt="2026-07-14T12:42:29.876" v="13"/>
        <pc:sldMkLst>
          <pc:docMk/>
          <pc:sldMk cId="2601907186" sldId="303"/>
        </pc:sldMkLst>
      </pc:sldChg>
      <pc:sldChg chg="add">
        <pc:chgData name="Aswini Kumar Motapothula" userId="S::aswinikumar@edunetfoundation.org::8849ae8d-bc89-4217-899c-9440ffcae5bb" providerId="AD" clId="Web-{5597DED7-87E9-8FFE-C42B-07F44890EE69}" dt="2026-07-14T12:42:29.938" v="14"/>
        <pc:sldMkLst>
          <pc:docMk/>
          <pc:sldMk cId="2325282270" sldId="304"/>
        </pc:sldMkLst>
      </pc:sldChg>
      <pc:sldChg chg="add">
        <pc:chgData name="Aswini Kumar Motapothula" userId="S::aswinikumar@edunetfoundation.org::8849ae8d-bc89-4217-899c-9440ffcae5bb" providerId="AD" clId="Web-{5597DED7-87E9-8FFE-C42B-07F44890EE69}" dt="2026-07-14T12:42:29.970" v="15"/>
        <pc:sldMkLst>
          <pc:docMk/>
          <pc:sldMk cId="4040412275" sldId="305"/>
        </pc:sldMkLst>
      </pc:sldChg>
      <pc:sldChg chg="add">
        <pc:chgData name="Aswini Kumar Motapothula" userId="S::aswinikumar@edunetfoundation.org::8849ae8d-bc89-4217-899c-9440ffcae5bb" providerId="AD" clId="Web-{5597DED7-87E9-8FFE-C42B-07F44890EE69}" dt="2026-07-14T12:42:30.016" v="16"/>
        <pc:sldMkLst>
          <pc:docMk/>
          <pc:sldMk cId="740028465" sldId="306"/>
        </pc:sldMkLst>
      </pc:sldChg>
      <pc:sldChg chg="add">
        <pc:chgData name="Aswini Kumar Motapothula" userId="S::aswinikumar@edunetfoundation.org::8849ae8d-bc89-4217-899c-9440ffcae5bb" providerId="AD" clId="Web-{5597DED7-87E9-8FFE-C42B-07F44890EE69}" dt="2026-07-14T12:42:30.157" v="17"/>
        <pc:sldMkLst>
          <pc:docMk/>
          <pc:sldMk cId="2833482715" sldId="307"/>
        </pc:sldMkLst>
      </pc:sldChg>
      <pc:sldChg chg="add">
        <pc:chgData name="Aswini Kumar Motapothula" userId="S::aswinikumar@edunetfoundation.org::8849ae8d-bc89-4217-899c-9440ffcae5bb" providerId="AD" clId="Web-{5597DED7-87E9-8FFE-C42B-07F44890EE69}" dt="2026-07-14T12:42:30.282" v="18"/>
        <pc:sldMkLst>
          <pc:docMk/>
          <pc:sldMk cId="4175177701" sldId="308"/>
        </pc:sldMkLst>
      </pc:sldChg>
      <pc:sldChg chg="add">
        <pc:chgData name="Aswini Kumar Motapothula" userId="S::aswinikumar@edunetfoundation.org::8849ae8d-bc89-4217-899c-9440ffcae5bb" providerId="AD" clId="Web-{5597DED7-87E9-8FFE-C42B-07F44890EE69}" dt="2026-07-14T12:42:30.391" v="19"/>
        <pc:sldMkLst>
          <pc:docMk/>
          <pc:sldMk cId="1440137342" sldId="309"/>
        </pc:sldMkLst>
      </pc:sldChg>
    </pc:docChg>
  </pc:docChgLst>
  <pc:docChgLst>
    <pc:chgData name="Aswini Kumar Motapothula" userId="S::aswinikumar@edunetfoundation.org::8849ae8d-bc89-4217-899c-9440ffcae5bb" providerId="AD" clId="Web-{0037A25B-DA5D-A37C-3B36-7F0977405ABF}"/>
    <pc:docChg chg="addSld modSld">
      <pc:chgData name="Aswini Kumar Motapothula" userId="S::aswinikumar@edunetfoundation.org::8849ae8d-bc89-4217-899c-9440ffcae5bb" providerId="AD" clId="Web-{0037A25B-DA5D-A37C-3B36-7F0977405ABF}" dt="2026-06-19T05:59:39.887" v="95" actId="20577"/>
      <pc:docMkLst>
        <pc:docMk/>
      </pc:docMkLst>
      <pc:sldChg chg="addSp delSp modSp">
        <pc:chgData name="Aswini Kumar Motapothula" userId="S::aswinikumar@edunetfoundation.org::8849ae8d-bc89-4217-899c-9440ffcae5bb" providerId="AD" clId="Web-{0037A25B-DA5D-A37C-3B36-7F0977405ABF}" dt="2026-06-19T05:59:39.887" v="95" actId="20577"/>
        <pc:sldMkLst>
          <pc:docMk/>
          <pc:sldMk cId="1229047658" sldId="288"/>
        </pc:sldMkLst>
        <pc:spChg chg="add mod">
          <ac:chgData name="Aswini Kumar Motapothula" userId="S::aswinikumar@edunetfoundation.org::8849ae8d-bc89-4217-899c-9440ffcae5bb" providerId="AD" clId="Web-{0037A25B-DA5D-A37C-3B36-7F0977405ABF}" dt="2026-06-19T05:59:39.887" v="95" actId="20577"/>
          <ac:spMkLst>
            <pc:docMk/>
            <pc:sldMk cId="1229047658" sldId="288"/>
            <ac:spMk id="3" creationId="{4837D5EE-379B-FDC5-0854-8AC81D31FADF}"/>
          </ac:spMkLst>
        </pc:spChg>
      </pc:sldChg>
      <pc:sldChg chg="addSp delSp modSp new">
        <pc:chgData name="Aswini Kumar Motapothula" userId="S::aswinikumar@edunetfoundation.org::8849ae8d-bc89-4217-899c-9440ffcae5bb" providerId="AD" clId="Web-{0037A25B-DA5D-A37C-3B36-7F0977405ABF}" dt="2026-06-19T05:55:38.278" v="91" actId="1076"/>
        <pc:sldMkLst>
          <pc:docMk/>
          <pc:sldMk cId="2506610743" sldId="289"/>
        </pc:sldMkLst>
        <pc:spChg chg="add mod">
          <ac:chgData name="Aswini Kumar Motapothula" userId="S::aswinikumar@edunetfoundation.org::8849ae8d-bc89-4217-899c-9440ffcae5bb" providerId="AD" clId="Web-{0037A25B-DA5D-A37C-3B36-7F0977405ABF}" dt="2026-06-19T05:54:43.950" v="57" actId="1076"/>
          <ac:spMkLst>
            <pc:docMk/>
            <pc:sldMk cId="2506610743" sldId="289"/>
            <ac:spMk id="5" creationId="{CA8544A9-CF92-3FAF-D3EE-31DF90F7A64D}"/>
          </ac:spMkLst>
        </pc:spChg>
        <pc:spChg chg="add mod">
          <ac:chgData name="Aswini Kumar Motapothula" userId="S::aswinikumar@edunetfoundation.org::8849ae8d-bc89-4217-899c-9440ffcae5bb" providerId="AD" clId="Web-{0037A25B-DA5D-A37C-3B36-7F0977405ABF}" dt="2026-06-19T05:55:27.278" v="87" actId="20577"/>
          <ac:spMkLst>
            <pc:docMk/>
            <pc:sldMk cId="2506610743" sldId="289"/>
            <ac:spMk id="6" creationId="{C0D36B1A-26C2-CD55-1032-4CB5E4EDF305}"/>
          </ac:spMkLst>
        </pc:spChg>
        <pc:picChg chg="add mod modCrop">
          <ac:chgData name="Aswini Kumar Motapothula" userId="S::aswinikumar@edunetfoundation.org::8849ae8d-bc89-4217-899c-9440ffcae5bb" providerId="AD" clId="Web-{0037A25B-DA5D-A37C-3B36-7F0977405ABF}" dt="2026-06-19T05:55:38.278" v="91" actId="1076"/>
          <ac:picMkLst>
            <pc:docMk/>
            <pc:sldMk cId="2506610743" sldId="289"/>
            <ac:picMk id="4" creationId="{099C3698-991D-7A38-C456-893C84C23FC9}"/>
          </ac:picMkLst>
        </pc:picChg>
      </pc:sldChg>
    </pc:docChg>
  </pc:docChgLst>
  <pc:docChgLst>
    <pc:chgData name="Aman Shrivastava" userId="S::ashrivastava@edunetfoundation.org::c21995ab-fa37-4cde-b5a3-dec0fb9e9a10" providerId="AD" clId="Web-{A6B9108B-7598-1D50-C4AA-8A38026DAEEF}"/>
    <pc:docChg chg="modSld">
      <pc:chgData name="Aman Shrivastava" userId="S::ashrivastava@edunetfoundation.org::c21995ab-fa37-4cde-b5a3-dec0fb9e9a10" providerId="AD" clId="Web-{A6B9108B-7598-1D50-C4AA-8A38026DAEEF}" dt="2026-06-19T06:56:18.840" v="15" actId="20577"/>
      <pc:docMkLst>
        <pc:docMk/>
      </pc:docMkLst>
      <pc:sldChg chg="modSp">
        <pc:chgData name="Aman Shrivastava" userId="S::ashrivastava@edunetfoundation.org::c21995ab-fa37-4cde-b5a3-dec0fb9e9a10" providerId="AD" clId="Web-{A6B9108B-7598-1D50-C4AA-8A38026DAEEF}" dt="2026-06-19T06:56:18.840" v="15" actId="20577"/>
        <pc:sldMkLst>
          <pc:docMk/>
          <pc:sldMk cId="2605851928" sldId="287"/>
        </pc:sldMkLst>
        <pc:spChg chg="mod">
          <ac:chgData name="Aman Shrivastava" userId="S::ashrivastava@edunetfoundation.org::c21995ab-fa37-4cde-b5a3-dec0fb9e9a10" providerId="AD" clId="Web-{A6B9108B-7598-1D50-C4AA-8A38026DAEEF}" dt="2026-06-19T06:56:18.840" v="15" actId="20577"/>
          <ac:spMkLst>
            <pc:docMk/>
            <pc:sldMk cId="2605851928" sldId="287"/>
            <ac:spMk id="279" creationId="{3711AF54-94A6-B837-31EF-9A8C4ECB9AF6}"/>
          </ac:spMkLst>
        </pc:spChg>
      </pc:sldChg>
      <pc:sldChg chg="addSp delSp modSp">
        <pc:chgData name="Aman Shrivastava" userId="S::ashrivastava@edunetfoundation.org::c21995ab-fa37-4cde-b5a3-dec0fb9e9a10" providerId="AD" clId="Web-{A6B9108B-7598-1D50-C4AA-8A38026DAEEF}" dt="2026-06-19T06:56:04.356" v="13" actId="1076"/>
        <pc:sldMkLst>
          <pc:docMk/>
          <pc:sldMk cId="1229047658" sldId="288"/>
        </pc:sldMkLst>
        <pc:picChg chg="add mod">
          <ac:chgData name="Aman Shrivastava" userId="S::ashrivastava@edunetfoundation.org::c21995ab-fa37-4cde-b5a3-dec0fb9e9a10" providerId="AD" clId="Web-{A6B9108B-7598-1D50-C4AA-8A38026DAEEF}" dt="2026-06-19T06:56:04.356" v="13" actId="1076"/>
          <ac:picMkLst>
            <pc:docMk/>
            <pc:sldMk cId="1229047658" sldId="288"/>
            <ac:picMk id="4" creationId="{A037CFD0-B7FF-D9BE-3433-88E5844EF332}"/>
          </ac:picMkLst>
        </pc:picChg>
      </pc:sldChg>
      <pc:sldChg chg="addSp delSp modSp">
        <pc:chgData name="Aman Shrivastava" userId="S::ashrivastava@edunetfoundation.org::c21995ab-fa37-4cde-b5a3-dec0fb9e9a10" providerId="AD" clId="Web-{A6B9108B-7598-1D50-C4AA-8A38026DAEEF}" dt="2026-06-19T06:53:17.010" v="3"/>
        <pc:sldMkLst>
          <pc:docMk/>
          <pc:sldMk cId="2506610743" sldId="289"/>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1753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8E9CB32A-B328-07DF-4F33-E0118C920B5A}"/>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BD392DC-EA03-14B5-7A53-AC36124B4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F90BE8D5-07EC-73D0-0A62-4778024FF05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842077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F18774C-544B-0071-4FA9-86D0ADEC5A87}"/>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68645894-EE59-A5F4-D411-C82EB564E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FEE489F0-0910-6D8B-0254-C25DB088272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7735855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BB47F127-39C9-4CE0-52A6-66BD53AE96F2}"/>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57CB72F8-8B0E-1466-D091-917F3E75592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1CEA3A31-DD75-5F0D-19FB-8192F5E7F99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458712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hyperlink" Target="mailto:eng24ds0029@dsu.edu.in"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hyperlink" Target="mailto:monishak1249@gmail.com" TargetMode="Externa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a:t>IBM University Engagement Project Submission</a:t>
            </a:r>
            <a:br>
              <a:rPr lang="en-US" b="1"/>
            </a:br>
            <a:endParaRPr lang="en-IN"/>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a:t>“Exploring the Power of Agentic AI with IBM Granite and IBM Bob”</a:t>
            </a:r>
            <a:endParaRPr lang="en-IN"/>
          </a:p>
        </p:txBody>
      </p:sp>
    </p:spTree>
    <p:extLst>
      <p:ext uri="{BB962C8B-B14F-4D97-AF65-F5344CB8AC3E}">
        <p14:creationId xmlns:p14="http://schemas.microsoft.com/office/powerpoint/2010/main" val="38285595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1665153376"/>
              </p:ext>
            </p:extLst>
          </p:nvPr>
        </p:nvGraphicFramePr>
        <p:xfrm>
          <a:off x="1299257" y="2600315"/>
          <a:ext cx="9394989" cy="2588687"/>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Calibri"/>
                          <a:cs typeface="Arial"/>
                          <a:sym typeface="Calibri"/>
                        </a:rPr>
                        <a:t>Email ID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l" rtl="0">
                        <a:spcBef>
                          <a:spcPts val="0"/>
                        </a:spcBef>
                        <a:spcAft>
                          <a:spcPts val="0"/>
                        </a:spcAft>
                        <a:buNone/>
                      </a:pPr>
                      <a:r>
                        <a:rPr lang="en-US" sz="2000" b="1" dirty="0"/>
                        <a:t>Monisha K</a:t>
                      </a:r>
                      <a:endParaRPr sz="2000" b="1"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sz="2000" dirty="0">
                          <a:hlinkClick r:id="rId3"/>
                        </a:rPr>
                        <a:t>eng24ds0029@dsu.edu.in</a:t>
                      </a:r>
                      <a:r>
                        <a:rPr lang="en-US" sz="2000" dirty="0"/>
                        <a:t> (AICTE LINKED),</a:t>
                      </a:r>
                    </a:p>
                    <a:p>
                      <a:pPr marL="0" marR="0" lvl="0" indent="0" algn="l" rtl="0">
                        <a:spcBef>
                          <a:spcPts val="0"/>
                        </a:spcBef>
                        <a:spcAft>
                          <a:spcPts val="0"/>
                        </a:spcAft>
                        <a:buNone/>
                      </a:pPr>
                      <a:r>
                        <a:rPr lang="en-US" sz="2000" dirty="0">
                          <a:hlinkClick r:id="rId4"/>
                        </a:rPr>
                        <a:t>monishak1249@gmail.com</a:t>
                      </a:r>
                      <a:endParaRPr sz="20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sz="2000" dirty="0"/>
                        <a:t>9449351721</a:t>
                      </a:r>
                      <a:endParaRPr sz="20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dirty="0"/>
              <a:t>Domain of  Project – </a:t>
            </a:r>
            <a:r>
              <a:rPr lang="en-US" sz="2400" b="1" dirty="0">
                <a:highlight>
                  <a:srgbClr val="FFFF00"/>
                </a:highlight>
              </a:rPr>
              <a:t>[ Education ]</a:t>
            </a:r>
            <a:endParaRPr lang="en-IN" sz="2400" b="1" dirty="0">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461665"/>
          </a:xfrm>
          <a:prstGeom prst="rect">
            <a:avLst/>
          </a:prstGeom>
          <a:noFill/>
        </p:spPr>
        <p:txBody>
          <a:bodyPr wrap="square" rtlCol="0">
            <a:spAutoFit/>
          </a:bodyPr>
          <a:lstStyle/>
          <a:p>
            <a:r>
              <a:rPr lang="en-US" sz="2400" b="1" dirty="0"/>
              <a:t>Project Tile – </a:t>
            </a:r>
            <a:r>
              <a:rPr lang="en-US" sz="2400" b="1" dirty="0">
                <a:highlight>
                  <a:srgbClr val="FFFF00"/>
                </a:highlight>
              </a:rPr>
              <a:t>[Library AI Agent]</a:t>
            </a:r>
            <a:endParaRPr lang="en-IN" sz="2400" b="1" dirty="0">
              <a:highlight>
                <a:srgbClr val="FFFF00"/>
              </a:highlight>
            </a:endParaRPr>
          </a:p>
        </p:txBody>
      </p:sp>
      <p:pic>
        <p:nvPicPr>
          <p:cNvPr id="5" name="Picture 4">
            <a:extLst>
              <a:ext uri="{FF2B5EF4-FFF2-40B4-BE49-F238E27FC236}">
                <a16:creationId xmlns:a16="http://schemas.microsoft.com/office/drawing/2014/main" id="{C2254023-CE0D-6D10-EE6E-E16DFF4FF7A2}"/>
              </a:ext>
            </a:extLst>
          </p:cNvPr>
          <p:cNvPicPr>
            <a:picLocks noChangeAspect="1"/>
          </p:cNvPicPr>
          <p:nvPr/>
        </p:nvPicPr>
        <p:blipFill>
          <a:blip r:embed="rId5"/>
          <a:stretch>
            <a:fillRect/>
          </a:stretch>
        </p:blipFill>
        <p:spPr>
          <a:xfrm>
            <a:off x="3794806" y="3636700"/>
            <a:ext cx="1289139" cy="1552302"/>
          </a:xfrm>
          <a:prstGeom prst="rect">
            <a:avLst/>
          </a:prstGeom>
        </p:spPr>
      </p:pic>
    </p:spTree>
    <p:extLst>
      <p:ext uri="{BB962C8B-B14F-4D97-AF65-F5344CB8AC3E}">
        <p14:creationId xmlns:p14="http://schemas.microsoft.com/office/powerpoint/2010/main" val="9523178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234440"/>
            <a:ext cx="10607040" cy="4924425"/>
          </a:xfrm>
          <a:prstGeom prst="rect">
            <a:avLst/>
          </a:prstGeom>
          <a:noFill/>
        </p:spPr>
        <p:txBody>
          <a:bodyPr wrap="square" rtlCol="0">
            <a:spAutoFit/>
          </a:bodyPr>
          <a:lstStyle/>
          <a:p>
            <a:pPr fontAlgn="base"/>
            <a:r>
              <a:rPr lang="en-US" sz="2000" b="1" dirty="0"/>
              <a:t>Problem Statement : </a:t>
            </a:r>
            <a:r>
              <a:rPr lang="en-IN" sz="2000" dirty="0"/>
              <a:t>Library AI Agent </a:t>
            </a:r>
            <a:endParaRPr lang="en-US" sz="2000" dirty="0"/>
          </a:p>
          <a:p>
            <a:pPr fontAlgn="base"/>
            <a:endParaRPr lang="en-US" sz="2000" b="1" dirty="0"/>
          </a:p>
          <a:p>
            <a:pPr fontAlgn="base"/>
            <a:r>
              <a:rPr lang="en-US" sz="2000" b="1" dirty="0"/>
              <a:t>The Challenge</a:t>
            </a:r>
            <a:r>
              <a:rPr lang="en-US" sz="2000" dirty="0"/>
              <a:t> </a:t>
            </a:r>
          </a:p>
          <a:p>
            <a:pPr marL="342900" indent="-342900" fontAlgn="base">
              <a:buFont typeface="Arial" panose="020B0604020202020204" pitchFamily="34" charset="0"/>
              <a:buChar char="•"/>
            </a:pPr>
            <a:r>
              <a:rPr lang="en-IN" sz="2000" dirty="0"/>
              <a:t>A Library AI Agent is an intelligent system designed to assist students in finding the right learning materials based on their academic needs. It can autonomously </a:t>
            </a:r>
            <a:r>
              <a:rPr lang="en-IN" sz="2000" dirty="0" err="1"/>
              <a:t>analyze</a:t>
            </a:r>
            <a:r>
              <a:rPr lang="en-IN" sz="2000" dirty="0"/>
              <a:t> user profiles, study topics, and course syllabi to suggest relevant books and resources. </a:t>
            </a:r>
          </a:p>
          <a:p>
            <a:pPr marL="342900" indent="-342900" fontAlgn="base">
              <a:buFont typeface="Arial" panose="020B0604020202020204" pitchFamily="34" charset="0"/>
              <a:buChar char="•"/>
            </a:pPr>
            <a:endParaRPr lang="en-US" sz="2000" dirty="0"/>
          </a:p>
          <a:p>
            <a:pPr marL="342900" indent="-342900" fontAlgn="base">
              <a:buFont typeface="Arial" panose="020B0604020202020204" pitchFamily="34" charset="0"/>
              <a:buChar char="•"/>
            </a:pPr>
            <a:r>
              <a:rPr lang="en-IN" sz="2000" dirty="0"/>
              <a:t>Using natural language processing, it understands student queries and matches them with the most suitable books in the library database.</a:t>
            </a:r>
          </a:p>
          <a:p>
            <a:pPr marL="342900" indent="-342900" fontAlgn="base">
              <a:buFont typeface="Arial" panose="020B0604020202020204" pitchFamily="34" charset="0"/>
              <a:buChar char="•"/>
            </a:pPr>
            <a:r>
              <a:rPr lang="en-IN" sz="2000" dirty="0"/>
              <a:t>The agent can check real-time book availability, prioritize high-demand titles, and assist with reservation or waitlist actions.</a:t>
            </a:r>
          </a:p>
          <a:p>
            <a:pPr marL="342900" indent="-342900" fontAlgn="base">
              <a:buFont typeface="Arial" panose="020B0604020202020204" pitchFamily="34" charset="0"/>
              <a:buChar char="•"/>
            </a:pPr>
            <a:r>
              <a:rPr lang="en-IN" sz="2000" dirty="0"/>
              <a:t>It saves time by streamlining the search process and offering personalized recommendations aligned with current academic work. Library AI Agents enhance access, engagement, and resource utilization in educational environments</a:t>
            </a:r>
            <a:r>
              <a:rPr lang="en-IN" dirty="0"/>
              <a:t>.</a:t>
            </a:r>
          </a:p>
          <a:p>
            <a:pPr marL="342900" indent="-342900" fontAlgn="base">
              <a:buFont typeface="Arial" panose="020B0604020202020204" pitchFamily="34" charset="0"/>
              <a:buChar char="•"/>
            </a:pPr>
            <a:endParaRPr lang="en-IN" dirty="0"/>
          </a:p>
          <a:p>
            <a:pPr fontAlgn="base"/>
            <a:r>
              <a:rPr lang="en-IN" sz="2000" b="1" dirty="0"/>
              <a:t>Technology</a:t>
            </a:r>
            <a:r>
              <a:rPr lang="en-IN" sz="2000" dirty="0"/>
              <a:t> – Use of IBM Cloud Lite services / IBM Granite ..</a:t>
            </a:r>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461665"/>
          </a:xfrm>
          <a:prstGeom prst="rect">
            <a:avLst/>
          </a:prstGeom>
          <a:noFill/>
        </p:spPr>
        <p:txBody>
          <a:bodyPr wrap="square" rtlCol="0">
            <a:spAutoFit/>
          </a:bodyPr>
          <a:lstStyle/>
          <a:p>
            <a:r>
              <a:rPr lang="en-US" sz="2400" b="1"/>
              <a:t>Problem Statement -</a:t>
            </a:r>
            <a:endParaRPr lang="en-IN" sz="2400" b="1"/>
          </a:p>
        </p:txBody>
      </p:sp>
    </p:spTree>
    <p:extLst>
      <p:ext uri="{BB962C8B-B14F-4D97-AF65-F5344CB8AC3E}">
        <p14:creationId xmlns:p14="http://schemas.microsoft.com/office/powerpoint/2010/main" val="2616533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234440"/>
            <a:ext cx="10607040" cy="5293757"/>
          </a:xfrm>
          <a:prstGeom prst="rect">
            <a:avLst/>
          </a:prstGeom>
          <a:noFill/>
        </p:spPr>
        <p:txBody>
          <a:bodyPr wrap="square" rtlCol="0">
            <a:spAutoFit/>
          </a:bodyPr>
          <a:lstStyle/>
          <a:p>
            <a:pPr fontAlgn="base"/>
            <a:endParaRPr lang="en-US" b="1" dirty="0"/>
          </a:p>
          <a:p>
            <a:r>
              <a:rPr lang="en-US" sz="2000" b="1" dirty="0"/>
              <a:t>Proposed Solution – AI-Powered Smart Library Agent</a:t>
            </a:r>
          </a:p>
          <a:p>
            <a:endParaRPr lang="en-US" sz="1600" dirty="0"/>
          </a:p>
          <a:p>
            <a:r>
              <a:rPr lang="en-US" sz="1600" dirty="0"/>
              <a:t>The proposed solution is an AI-powered Smart Library Agent built using IBM Bob, IBM watsonx.ai, and Granite models to provide intelligent library services.</a:t>
            </a:r>
          </a:p>
          <a:p>
            <a:endParaRPr lang="en-US" sz="1600" dirty="0"/>
          </a:p>
          <a:p>
            <a:r>
              <a:rPr lang="en-US" sz="1600" dirty="0"/>
              <a:t>The system uses RAG to retrieve relevant information from the library database and provide accurate responses.</a:t>
            </a:r>
          </a:p>
          <a:p>
            <a:endParaRPr lang="en-US" b="1" dirty="0"/>
          </a:p>
          <a:p>
            <a:r>
              <a:rPr lang="en-US" sz="2000" b="1" dirty="0"/>
              <a:t>Key features include:</a:t>
            </a:r>
          </a:p>
          <a:p>
            <a:endParaRPr lang="en-US" b="1" dirty="0"/>
          </a:p>
          <a:p>
            <a:r>
              <a:rPr lang="en-US" sz="1600" dirty="0"/>
              <a:t>AI Library Assistant for answering book-related queries.</a:t>
            </a:r>
          </a:p>
          <a:p>
            <a:endParaRPr lang="en-US" sz="1600" dirty="0"/>
          </a:p>
          <a:p>
            <a:r>
              <a:rPr lang="en-US" sz="1600" dirty="0"/>
              <a:t>Smart Book Search based on title, author, category, or keywords.</a:t>
            </a:r>
          </a:p>
          <a:p>
            <a:endParaRPr lang="en-US" sz="1600" dirty="0"/>
          </a:p>
          <a:p>
            <a:r>
              <a:rPr lang="en-US" sz="1600" dirty="0"/>
              <a:t>Personalized Book Recommendations based on user interests.</a:t>
            </a:r>
          </a:p>
          <a:p>
            <a:endParaRPr lang="en-US" sz="1600" dirty="0"/>
          </a:p>
          <a:p>
            <a:r>
              <a:rPr lang="en-US" sz="1600" dirty="0"/>
              <a:t>Book Availability, Reservation &amp; Waitlist management.</a:t>
            </a:r>
          </a:p>
          <a:p>
            <a:endParaRPr lang="en-US" sz="1600" dirty="0"/>
          </a:p>
          <a:p>
            <a:r>
              <a:rPr lang="en-US" sz="1600" dirty="0"/>
              <a:t>Student Dashboard for borrowings and recommendations.</a:t>
            </a:r>
          </a:p>
          <a:p>
            <a:endParaRPr lang="en-US" sz="1600" dirty="0"/>
          </a:p>
          <a:p>
            <a:r>
              <a:rPr lang="en-US" sz="1600" dirty="0"/>
              <a:t>Overall, the solution makes library resources faster, easier, and more personalized for students.</a:t>
            </a:r>
            <a:endParaRPr lang="en-IN" sz="1600" dirty="0"/>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a:t>Proposed Solution -</a:t>
            </a:r>
            <a:endParaRPr lang="en-IN" sz="2400" b="1"/>
          </a:p>
        </p:txBody>
      </p:sp>
    </p:spTree>
    <p:extLst>
      <p:ext uri="{BB962C8B-B14F-4D97-AF65-F5344CB8AC3E}">
        <p14:creationId xmlns:p14="http://schemas.microsoft.com/office/powerpoint/2010/main" val="6194599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lIns="91440" tIns="45720" rIns="91440" bIns="45720" rtlCol="0" anchor="t">
            <a:spAutoFit/>
          </a:bodyPr>
          <a:lstStyle/>
          <a:p>
            <a:r>
              <a:rPr lang="en-US" sz="2400" b="1"/>
              <a:t>Technology Used</a:t>
            </a:r>
            <a:endParaRPr lang="en-IN" sz="2400" b="1"/>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4216539"/>
          </a:xfrm>
          <a:prstGeom prst="rect">
            <a:avLst/>
          </a:prstGeom>
          <a:noFill/>
        </p:spPr>
        <p:txBody>
          <a:bodyPr wrap="square" rtlCol="0">
            <a:spAutoFit/>
          </a:bodyPr>
          <a:lstStyle/>
          <a:p>
            <a:pPr marL="285750" indent="-285750">
              <a:buFont typeface="Arial" panose="020B0604020202020204" pitchFamily="34" charset="0"/>
              <a:buChar char="•"/>
            </a:pPr>
            <a:r>
              <a:rPr lang="en-US" sz="2000" b="1" dirty="0"/>
              <a:t>IBM Bob platform </a:t>
            </a:r>
            <a:r>
              <a:rPr lang="en-US" sz="2000" dirty="0"/>
              <a:t>- For designing and orchestrating AI agents and managing their workflows visually.</a:t>
            </a:r>
          </a:p>
          <a:p>
            <a:pPr marL="285750" indent="-285750">
              <a:buFont typeface="Arial" panose="020B0604020202020204" pitchFamily="34" charset="0"/>
              <a:buChar char="•"/>
            </a:pPr>
            <a:r>
              <a:rPr lang="en-US" sz="2000" b="1" dirty="0"/>
              <a:t>IBM </a:t>
            </a:r>
            <a:r>
              <a:rPr lang="en-US" sz="2000" b="1" dirty="0" err="1"/>
              <a:t>Grainte</a:t>
            </a:r>
            <a:r>
              <a:rPr lang="en-US" sz="2000" b="1" dirty="0"/>
              <a:t> model - </a:t>
            </a:r>
            <a:r>
              <a:rPr lang="en-US" sz="2000" dirty="0"/>
              <a:t>For natural language understanding, reasoning, and generating accurate    library responses.</a:t>
            </a:r>
          </a:p>
          <a:p>
            <a:pPr marL="285750" indent="-285750">
              <a:buFont typeface="Arial" panose="020B0604020202020204" pitchFamily="34" charset="0"/>
              <a:buChar char="•"/>
            </a:pPr>
            <a:r>
              <a:rPr lang="en-US" sz="2000" b="1" dirty="0"/>
              <a:t>IBM Cloud </a:t>
            </a:r>
            <a:r>
              <a:rPr lang="en-US" sz="2000" dirty="0"/>
              <a:t>Provides secure and scalable cloud infrastructure for running the application and AI services.</a:t>
            </a:r>
          </a:p>
          <a:p>
            <a:pPr marL="285750" indent="-285750">
              <a:buFont typeface="Arial" panose="020B0604020202020204" pitchFamily="34" charset="0"/>
              <a:buChar char="•"/>
            </a:pPr>
            <a:r>
              <a:rPr lang="en-US" sz="2000" b="1" dirty="0"/>
              <a:t>RAG (Retrieval-Augmented Generation)– </a:t>
            </a:r>
            <a:r>
              <a:rPr lang="en-US" sz="2000" dirty="0"/>
              <a:t>Retrieves relevant library information first and then generates context-based answers.</a:t>
            </a:r>
          </a:p>
          <a:p>
            <a:pPr marL="285750" indent="-285750">
              <a:buFont typeface="Arial" panose="020B0604020202020204" pitchFamily="34" charset="0"/>
              <a:buChar char="•"/>
            </a:pPr>
            <a:r>
              <a:rPr lang="en-US" sz="2000" b="1" dirty="0"/>
              <a:t>IBM Watsonx.ai - </a:t>
            </a:r>
            <a:r>
              <a:rPr lang="en-US" sz="2000" dirty="0"/>
              <a:t>Used for accessing AI models, embeddings, and managing AI-related services. </a:t>
            </a:r>
          </a:p>
          <a:p>
            <a:pPr marL="285750" indent="-285750">
              <a:buFont typeface="Arial" panose="020B0604020202020204" pitchFamily="34" charset="0"/>
              <a:buChar char="•"/>
            </a:pPr>
            <a:r>
              <a:rPr lang="en-IN" sz="2000" b="1" dirty="0"/>
              <a:t>Vector Database </a:t>
            </a:r>
            <a:r>
              <a:rPr lang="en-IN" sz="2000" dirty="0"/>
              <a:t>(FAISS/Chroma) – </a:t>
            </a:r>
            <a:r>
              <a:rPr lang="en-US" sz="2000" dirty="0"/>
              <a:t>Stores document embeddings and enables fast, relevant searching of library resources.</a:t>
            </a:r>
          </a:p>
          <a:p>
            <a:endParaRPr lang="en-US" dirty="0"/>
          </a:p>
          <a:p>
            <a:endParaRPr lang="en-IN" dirty="0"/>
          </a:p>
        </p:txBody>
      </p:sp>
    </p:spTree>
    <p:extLst>
      <p:ext uri="{BB962C8B-B14F-4D97-AF65-F5344CB8AC3E}">
        <p14:creationId xmlns:p14="http://schemas.microsoft.com/office/powerpoint/2010/main" val="4436039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a:sym typeface="Times New Roman"/>
              </a:rPr>
              <a:t>Required Files created using IBM bob -</a:t>
            </a:r>
            <a:endParaRPr sz="2400" b="1">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pic>
        <p:nvPicPr>
          <p:cNvPr id="3" name="Picture 2">
            <a:extLst>
              <a:ext uri="{FF2B5EF4-FFF2-40B4-BE49-F238E27FC236}">
                <a16:creationId xmlns:a16="http://schemas.microsoft.com/office/drawing/2014/main" id="{D45F00C8-0DC1-0B19-14F3-C807D034AC45}"/>
              </a:ext>
            </a:extLst>
          </p:cNvPr>
          <p:cNvPicPr>
            <a:picLocks noChangeAspect="1"/>
          </p:cNvPicPr>
          <p:nvPr/>
        </p:nvPicPr>
        <p:blipFill>
          <a:blip r:embed="rId3"/>
          <a:stretch>
            <a:fillRect/>
          </a:stretch>
        </p:blipFill>
        <p:spPr>
          <a:xfrm>
            <a:off x="860579" y="881293"/>
            <a:ext cx="9743607" cy="5478104"/>
          </a:xfrm>
          <a:prstGeom prst="rect">
            <a:avLst/>
          </a:prstGeom>
        </p:spPr>
      </p:pic>
    </p:spTree>
    <p:extLst>
      <p:ext uri="{BB962C8B-B14F-4D97-AF65-F5344CB8AC3E}">
        <p14:creationId xmlns:p14="http://schemas.microsoft.com/office/powerpoint/2010/main" val="31149636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3500" b="1" i="0" u="none" strike="noStrike" cap="none">
                <a:solidFill>
                  <a:srgbClr val="051D3A"/>
                </a:solidFill>
                <a:latin typeface="Times New Roman"/>
                <a:ea typeface="Times New Roman"/>
                <a:cs typeface="Times New Roman"/>
                <a:sym typeface="Times New Roman"/>
              </a:rPr>
              <a:t> </a:t>
            </a:r>
            <a:r>
              <a:rPr lang="en-US" sz="2400" b="1" i="0" u="none" strike="noStrike" cap="none">
                <a:solidFill>
                  <a:srgbClr val="051D3A"/>
                </a:solidFill>
                <a:latin typeface="Times New Roman"/>
                <a:ea typeface="Times New Roman"/>
                <a:cs typeface="Times New Roman"/>
                <a:sym typeface="Times New Roman"/>
              </a:rPr>
              <a:t>IBM Bob Screenshots:</a:t>
            </a:r>
            <a:endParaRPr sz="2400" b="1">
              <a:sym typeface="Times New Roman"/>
            </a:endParaRPr>
          </a:p>
        </p:txBody>
      </p:sp>
      <p:pic>
        <p:nvPicPr>
          <p:cNvPr id="5" name="Picture 4">
            <a:extLst>
              <a:ext uri="{FF2B5EF4-FFF2-40B4-BE49-F238E27FC236}">
                <a16:creationId xmlns:a16="http://schemas.microsoft.com/office/drawing/2014/main" id="{EAD32B7E-FAEF-EE0E-0DF9-DE28BACBF545}"/>
              </a:ext>
            </a:extLst>
          </p:cNvPr>
          <p:cNvPicPr>
            <a:picLocks noChangeAspect="1"/>
          </p:cNvPicPr>
          <p:nvPr/>
        </p:nvPicPr>
        <p:blipFill>
          <a:blip r:embed="rId3"/>
          <a:stretch>
            <a:fillRect/>
          </a:stretch>
        </p:blipFill>
        <p:spPr>
          <a:xfrm>
            <a:off x="824459" y="1039801"/>
            <a:ext cx="9773587" cy="5494960"/>
          </a:xfrm>
          <a:prstGeom prst="rect">
            <a:avLst/>
          </a:prstGeom>
        </p:spPr>
      </p:pic>
    </p:spTree>
    <p:extLst>
      <p:ext uri="{BB962C8B-B14F-4D97-AF65-F5344CB8AC3E}">
        <p14:creationId xmlns:p14="http://schemas.microsoft.com/office/powerpoint/2010/main" val="13165455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4F6C2A4-01BB-476E-8B2C-F136131764FA}"/>
              </a:ext>
            </a:extLst>
          </p:cNvPr>
          <p:cNvPicPr>
            <a:picLocks noChangeAspect="1"/>
          </p:cNvPicPr>
          <p:nvPr/>
        </p:nvPicPr>
        <p:blipFill>
          <a:blip r:embed="rId2"/>
          <a:stretch>
            <a:fillRect/>
          </a:stretch>
        </p:blipFill>
        <p:spPr>
          <a:xfrm>
            <a:off x="854439" y="580386"/>
            <a:ext cx="10133351" cy="5697228"/>
          </a:xfrm>
          <a:prstGeom prst="rect">
            <a:avLst/>
          </a:prstGeom>
        </p:spPr>
      </p:pic>
    </p:spTree>
    <p:extLst>
      <p:ext uri="{BB962C8B-B14F-4D97-AF65-F5344CB8AC3E}">
        <p14:creationId xmlns:p14="http://schemas.microsoft.com/office/powerpoint/2010/main" val="2323718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1143C52-CE1A-B57E-7305-7DA50D68B036}"/>
              </a:ext>
            </a:extLst>
          </p:cNvPr>
          <p:cNvPicPr>
            <a:picLocks noChangeAspect="1"/>
          </p:cNvPicPr>
          <p:nvPr/>
        </p:nvPicPr>
        <p:blipFill>
          <a:blip r:embed="rId2"/>
          <a:stretch>
            <a:fillRect/>
          </a:stretch>
        </p:blipFill>
        <p:spPr>
          <a:xfrm>
            <a:off x="959371" y="466369"/>
            <a:ext cx="9728616" cy="5469676"/>
          </a:xfrm>
          <a:prstGeom prst="rect">
            <a:avLst/>
          </a:prstGeom>
        </p:spPr>
      </p:pic>
    </p:spTree>
    <p:extLst>
      <p:ext uri="{BB962C8B-B14F-4D97-AF65-F5344CB8AC3E}">
        <p14:creationId xmlns:p14="http://schemas.microsoft.com/office/powerpoint/2010/main" val="24119849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a:solidFill>
                  <a:schemeClr val="dk1"/>
                </a:solidFill>
                <a:latin typeface="Calibri"/>
                <a:ea typeface="Calibri"/>
                <a:cs typeface="Calibri"/>
                <a:sym typeface="Calibri"/>
              </a:rPr>
              <a:t>Architecture blueprint for IBM bob:</a:t>
            </a:r>
            <a:endParaRPr lang="en-US" sz="2400"/>
          </a:p>
        </p:txBody>
      </p:sp>
      <p:pic>
        <p:nvPicPr>
          <p:cNvPr id="4" name="Picture 3">
            <a:extLst>
              <a:ext uri="{FF2B5EF4-FFF2-40B4-BE49-F238E27FC236}">
                <a16:creationId xmlns:a16="http://schemas.microsoft.com/office/drawing/2014/main" id="{91279AEC-7B8E-A345-6F3E-210EE130C56A}"/>
              </a:ext>
            </a:extLst>
          </p:cNvPr>
          <p:cNvPicPr>
            <a:picLocks noChangeAspect="1"/>
          </p:cNvPicPr>
          <p:nvPr/>
        </p:nvPicPr>
        <p:blipFill>
          <a:blip r:embed="rId3"/>
          <a:stretch>
            <a:fillRect/>
          </a:stretch>
        </p:blipFill>
        <p:spPr>
          <a:xfrm>
            <a:off x="1303490" y="1190312"/>
            <a:ext cx="8849960" cy="4477375"/>
          </a:xfrm>
          <a:prstGeom prst="rect">
            <a:avLst/>
          </a:prstGeom>
        </p:spPr>
      </p:pic>
    </p:spTree>
    <p:extLst>
      <p:ext uri="{BB962C8B-B14F-4D97-AF65-F5344CB8AC3E}">
        <p14:creationId xmlns:p14="http://schemas.microsoft.com/office/powerpoint/2010/main" val="4451951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a:t>Role of Agentic AI in the solution </a:t>
            </a:r>
            <a:endParaRPr lang="en-IN" sz="3200" b="1"/>
          </a:p>
        </p:txBody>
      </p:sp>
      <p:sp>
        <p:nvSpPr>
          <p:cNvPr id="3" name="TextBox 2">
            <a:extLst>
              <a:ext uri="{FF2B5EF4-FFF2-40B4-BE49-F238E27FC236}">
                <a16:creationId xmlns:a16="http://schemas.microsoft.com/office/drawing/2014/main" id="{322462E8-EB3A-DA7D-44CB-4E757803A755}"/>
              </a:ext>
            </a:extLst>
          </p:cNvPr>
          <p:cNvSpPr txBox="1"/>
          <p:nvPr/>
        </p:nvSpPr>
        <p:spPr>
          <a:xfrm>
            <a:off x="475488" y="1167493"/>
            <a:ext cx="7406640" cy="5324535"/>
          </a:xfrm>
          <a:prstGeom prst="rect">
            <a:avLst/>
          </a:prstGeom>
          <a:noFill/>
        </p:spPr>
        <p:txBody>
          <a:bodyPr wrap="square" rtlCol="0">
            <a:spAutoFit/>
          </a:bodyPr>
          <a:lstStyle/>
          <a:p>
            <a:r>
              <a:rPr lang="en-US" sz="2000" b="1" dirty="0"/>
              <a:t>Role of Agentic AI in Library AI Agent</a:t>
            </a:r>
          </a:p>
          <a:p>
            <a:pPr marL="342900" indent="-342900">
              <a:buFont typeface="Arial" panose="020B0604020202020204" pitchFamily="34" charset="0"/>
              <a:buChar char="•"/>
            </a:pPr>
            <a:r>
              <a:rPr lang="en-US" sz="2000" dirty="0"/>
              <a:t>Agentic AI enables the Library AI Agent to work as an intelligent system rather than a simple chatbot.</a:t>
            </a:r>
          </a:p>
          <a:p>
            <a:pPr marL="342900" indent="-342900">
              <a:buFont typeface="Arial" panose="020B0604020202020204" pitchFamily="34" charset="0"/>
              <a:buChar char="•"/>
            </a:pPr>
            <a:r>
              <a:rPr lang="en-US" sz="2000" dirty="0"/>
              <a:t> Using IBM watsonx.ai and IBM Granite, it understands user queries and autonomously performs tasks such as searching books, retrieving relevant information, and providing recommendations.</a:t>
            </a:r>
          </a:p>
          <a:p>
            <a:pPr marL="342900" indent="-342900">
              <a:buFont typeface="Arial" panose="020B0604020202020204" pitchFamily="34" charset="0"/>
              <a:buChar char="•"/>
            </a:pPr>
            <a:r>
              <a:rPr lang="en-US" sz="2000" dirty="0"/>
              <a:t>The agent uses RAG to retrieve accurate information from the library knowledge base before generating responses. It can understand user intent, find suitable books, provide book details, and guide users toward reservation or borrowing.</a:t>
            </a:r>
          </a:p>
          <a:p>
            <a:pPr marL="342900" indent="-342900">
              <a:buFont typeface="Arial" panose="020B0604020202020204" pitchFamily="34" charset="0"/>
              <a:buChar char="•"/>
            </a:pPr>
            <a:r>
              <a:rPr lang="en-US" sz="2000" dirty="0"/>
              <a:t>Agentic AI also enables context-aware conversations, allowing users to ask follow-up questions without repeating their requirements.</a:t>
            </a:r>
          </a:p>
          <a:p>
            <a:pPr marL="342900" indent="-342900">
              <a:buFont typeface="Arial" panose="020B0604020202020204" pitchFamily="34" charset="0"/>
              <a:buChar char="•"/>
            </a:pPr>
            <a:r>
              <a:rPr lang="en-US" sz="2000" dirty="0"/>
              <a:t>Overall, Agentic AI makes the Library AI Agent intelligent, interactive, and capable of providing personalized library assistance.</a:t>
            </a:r>
          </a:p>
        </p:txBody>
      </p:sp>
    </p:spTree>
    <p:extLst>
      <p:ext uri="{BB962C8B-B14F-4D97-AF65-F5344CB8AC3E}">
        <p14:creationId xmlns:p14="http://schemas.microsoft.com/office/powerpoint/2010/main" val="40006969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D62F03A8-A8A8-CB93-006E-7173DC866F6F}"/>
              </a:ext>
            </a:extLst>
          </p:cNvPr>
          <p:cNvSpPr/>
          <p:nvPr/>
        </p:nvSpPr>
        <p:spPr>
          <a:xfrm>
            <a:off x="793192" y="3415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Token Usage </a:t>
            </a:r>
            <a:endParaRPr sz="2400" b="1">
              <a:sym typeface="Times New Roman"/>
            </a:endParaRPr>
          </a:p>
        </p:txBody>
      </p:sp>
      <p:sp>
        <p:nvSpPr>
          <p:cNvPr id="280" name="Google Shape;280;p18">
            <a:extLst>
              <a:ext uri="{FF2B5EF4-FFF2-40B4-BE49-F238E27FC236}">
                <a16:creationId xmlns:a16="http://schemas.microsoft.com/office/drawing/2014/main"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5" name="TextBox 4">
            <a:extLst>
              <a:ext uri="{FF2B5EF4-FFF2-40B4-BE49-F238E27FC236}">
                <a16:creationId xmlns:a16="http://schemas.microsoft.com/office/drawing/2014/main" id="{1BD576A0-BF64-32B6-1E59-49AA2C59C5CE}"/>
              </a:ext>
            </a:extLst>
          </p:cNvPr>
          <p:cNvSpPr txBox="1"/>
          <p:nvPr/>
        </p:nvSpPr>
        <p:spPr>
          <a:xfrm>
            <a:off x="897392" y="1042133"/>
            <a:ext cx="4371171"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6460 token are used</a:t>
            </a:r>
          </a:p>
        </p:txBody>
      </p:sp>
      <p:sp>
        <p:nvSpPr>
          <p:cNvPr id="14" name="TextBox 13">
            <a:extLst>
              <a:ext uri="{FF2B5EF4-FFF2-40B4-BE49-F238E27FC236}">
                <a16:creationId xmlns:a16="http://schemas.microsoft.com/office/drawing/2014/main" id="{7B8E599E-5B1D-59CD-4F1D-CEF8D0CA327B}"/>
              </a:ext>
            </a:extLst>
          </p:cNvPr>
          <p:cNvSpPr txBox="1"/>
          <p:nvPr/>
        </p:nvSpPr>
        <p:spPr>
          <a:xfrm>
            <a:off x="1278639" y="1718067"/>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u="sng"/>
              <a:t>Before Prompt</a:t>
            </a:r>
          </a:p>
        </p:txBody>
      </p:sp>
      <p:sp>
        <p:nvSpPr>
          <p:cNvPr id="15" name="TextBox 14">
            <a:extLst>
              <a:ext uri="{FF2B5EF4-FFF2-40B4-BE49-F238E27FC236}">
                <a16:creationId xmlns:a16="http://schemas.microsoft.com/office/drawing/2014/main" id="{B22EA981-5113-2D05-C1A2-169306E1D47C}"/>
              </a:ext>
            </a:extLst>
          </p:cNvPr>
          <p:cNvSpPr txBox="1"/>
          <p:nvPr/>
        </p:nvSpPr>
        <p:spPr>
          <a:xfrm>
            <a:off x="7106828" y="1722919"/>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u="sng"/>
              <a:t>After the Prompt</a:t>
            </a:r>
          </a:p>
        </p:txBody>
      </p:sp>
      <p:pic>
        <p:nvPicPr>
          <p:cNvPr id="6" name="Picture 5">
            <a:extLst>
              <a:ext uri="{FF2B5EF4-FFF2-40B4-BE49-F238E27FC236}">
                <a16:creationId xmlns:a16="http://schemas.microsoft.com/office/drawing/2014/main" id="{7DCBD714-3A85-98FC-E5C5-655C20BCB150}"/>
              </a:ext>
            </a:extLst>
          </p:cNvPr>
          <p:cNvPicPr>
            <a:picLocks noChangeAspect="1"/>
          </p:cNvPicPr>
          <p:nvPr/>
        </p:nvPicPr>
        <p:blipFill>
          <a:blip r:embed="rId3"/>
          <a:stretch>
            <a:fillRect/>
          </a:stretch>
        </p:blipFill>
        <p:spPr>
          <a:xfrm>
            <a:off x="5973101" y="2319349"/>
            <a:ext cx="5899109" cy="3111364"/>
          </a:xfrm>
          <a:prstGeom prst="rect">
            <a:avLst/>
          </a:prstGeom>
        </p:spPr>
      </p:pic>
      <p:pic>
        <p:nvPicPr>
          <p:cNvPr id="8" name="Picture 7">
            <a:extLst>
              <a:ext uri="{FF2B5EF4-FFF2-40B4-BE49-F238E27FC236}">
                <a16:creationId xmlns:a16="http://schemas.microsoft.com/office/drawing/2014/main" id="{E295B06E-522A-EC8D-088F-91D87F0C6FB8}"/>
              </a:ext>
            </a:extLst>
          </p:cNvPr>
          <p:cNvPicPr>
            <a:picLocks noChangeAspect="1"/>
          </p:cNvPicPr>
          <p:nvPr/>
        </p:nvPicPr>
        <p:blipFill>
          <a:blip r:embed="rId4"/>
          <a:stretch>
            <a:fillRect/>
          </a:stretch>
        </p:blipFill>
        <p:spPr>
          <a:xfrm>
            <a:off x="118817" y="2358641"/>
            <a:ext cx="5854284" cy="3291427"/>
          </a:xfrm>
          <a:prstGeom prst="rect">
            <a:avLst/>
          </a:prstGeom>
        </p:spPr>
      </p:pic>
    </p:spTree>
    <p:extLst>
      <p:ext uri="{BB962C8B-B14F-4D97-AF65-F5344CB8AC3E}">
        <p14:creationId xmlns:p14="http://schemas.microsoft.com/office/powerpoint/2010/main" val="8934170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1863F011-FD59-2782-3732-0E3263170F5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78DA0257-5105-834D-150D-50732C7248D1}"/>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827D77C8-2496-7668-B3B3-927FD4DB704D}"/>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46BDB3C0-B0E9-3C3A-A974-6BF43591F3FC}"/>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8CB1AEC3-7C17-0CCE-61FA-643373D6AE2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CCA977A3-5FA0-8FF5-E1D1-86C9ED676512}"/>
              </a:ext>
            </a:extLst>
          </p:cNvPr>
          <p:cNvSpPr txBox="1"/>
          <p:nvPr/>
        </p:nvSpPr>
        <p:spPr>
          <a:xfrm>
            <a:off x="1335024" y="1865376"/>
            <a:ext cx="6833922" cy="707886"/>
          </a:xfrm>
          <a:prstGeom prst="rect">
            <a:avLst/>
          </a:prstGeom>
          <a:noFill/>
        </p:spPr>
        <p:txBody>
          <a:bodyPr wrap="none" rtlCol="0">
            <a:spAutoFit/>
          </a:bodyPr>
          <a:lstStyle/>
          <a:p>
            <a:r>
              <a:rPr lang="en-US" sz="2000">
                <a:solidFill>
                  <a:srgbClr val="FF0000"/>
                </a:solidFill>
              </a:rPr>
              <a:t>Please put IBM Bob output screenshots with 2-3 prompts. </a:t>
            </a:r>
          </a:p>
          <a:p>
            <a:r>
              <a:rPr lang="en-US" sz="2000">
                <a:solidFill>
                  <a:srgbClr val="FF0000"/>
                </a:solidFill>
              </a:rPr>
              <a:t>You can take 2-3 more slides for each screenshot</a:t>
            </a:r>
            <a:endParaRPr lang="en-IN" sz="2000">
              <a:solidFill>
                <a:srgbClr val="FF0000"/>
              </a:solidFill>
            </a:endParaRPr>
          </a:p>
        </p:txBody>
      </p:sp>
      <p:pic>
        <p:nvPicPr>
          <p:cNvPr id="5" name="Picture 4">
            <a:extLst>
              <a:ext uri="{FF2B5EF4-FFF2-40B4-BE49-F238E27FC236}">
                <a16:creationId xmlns:a16="http://schemas.microsoft.com/office/drawing/2014/main" id="{D4DF19BB-9FC2-3947-C275-0EF987404149}"/>
              </a:ext>
            </a:extLst>
          </p:cNvPr>
          <p:cNvPicPr>
            <a:picLocks noChangeAspect="1"/>
          </p:cNvPicPr>
          <p:nvPr/>
        </p:nvPicPr>
        <p:blipFill>
          <a:blip r:embed="rId3"/>
          <a:stretch>
            <a:fillRect/>
          </a:stretch>
        </p:blipFill>
        <p:spPr>
          <a:xfrm>
            <a:off x="648985" y="746161"/>
            <a:ext cx="10623617" cy="5972868"/>
          </a:xfrm>
          <a:prstGeom prst="rect">
            <a:avLst/>
          </a:prstGeom>
        </p:spPr>
      </p:pic>
    </p:spTree>
    <p:extLst>
      <p:ext uri="{BB962C8B-B14F-4D97-AF65-F5344CB8AC3E}">
        <p14:creationId xmlns:p14="http://schemas.microsoft.com/office/powerpoint/2010/main" val="14299618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A1254DC3-8448-76A3-8631-9484D98C80E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A5DD5E73-E4F8-AB1C-5A5A-D4EBAD6FD1B8}"/>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E6E4A7DC-3E1D-42C4-3256-8A3109D5036E}"/>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1EC4E285-5561-2096-3270-252023A42F4B}"/>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A8B1B6D-C213-0DFE-C434-B14C5F9945F5}"/>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692D13D-6B69-03D8-BA22-587B943A2572}"/>
              </a:ext>
            </a:extLst>
          </p:cNvPr>
          <p:cNvSpPr txBox="1"/>
          <p:nvPr/>
        </p:nvSpPr>
        <p:spPr>
          <a:xfrm>
            <a:off x="1335024" y="1865376"/>
            <a:ext cx="6833922" cy="707886"/>
          </a:xfrm>
          <a:prstGeom prst="rect">
            <a:avLst/>
          </a:prstGeom>
          <a:noFill/>
        </p:spPr>
        <p:txBody>
          <a:bodyPr wrap="none" rtlCol="0">
            <a:spAutoFit/>
          </a:bodyPr>
          <a:lstStyle/>
          <a:p>
            <a:r>
              <a:rPr lang="en-US" sz="2000">
                <a:solidFill>
                  <a:srgbClr val="FF0000"/>
                </a:solidFill>
              </a:rPr>
              <a:t>Please put IBM Bob output screenshots with 2-3 prompts. </a:t>
            </a:r>
          </a:p>
          <a:p>
            <a:r>
              <a:rPr lang="en-US" sz="2000">
                <a:solidFill>
                  <a:srgbClr val="FF0000"/>
                </a:solidFill>
              </a:rPr>
              <a:t>You can take 2-3 more slides for each screenshot</a:t>
            </a:r>
            <a:endParaRPr lang="en-IN" sz="2000">
              <a:solidFill>
                <a:srgbClr val="FF0000"/>
              </a:solidFill>
            </a:endParaRPr>
          </a:p>
        </p:txBody>
      </p:sp>
      <p:pic>
        <p:nvPicPr>
          <p:cNvPr id="4" name="Picture 3">
            <a:extLst>
              <a:ext uri="{FF2B5EF4-FFF2-40B4-BE49-F238E27FC236}">
                <a16:creationId xmlns:a16="http://schemas.microsoft.com/office/drawing/2014/main" id="{2B9D7936-5899-5608-FBD3-8C2D8B0C38B3}"/>
              </a:ext>
            </a:extLst>
          </p:cNvPr>
          <p:cNvPicPr>
            <a:picLocks noChangeAspect="1"/>
          </p:cNvPicPr>
          <p:nvPr/>
        </p:nvPicPr>
        <p:blipFill>
          <a:blip r:embed="rId3"/>
          <a:stretch>
            <a:fillRect/>
          </a:stretch>
        </p:blipFill>
        <p:spPr>
          <a:xfrm>
            <a:off x="918117" y="816977"/>
            <a:ext cx="9694920" cy="5450731"/>
          </a:xfrm>
          <a:prstGeom prst="rect">
            <a:avLst/>
          </a:prstGeom>
        </p:spPr>
      </p:pic>
    </p:spTree>
    <p:extLst>
      <p:ext uri="{BB962C8B-B14F-4D97-AF65-F5344CB8AC3E}">
        <p14:creationId xmlns:p14="http://schemas.microsoft.com/office/powerpoint/2010/main" val="35850923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E3C4AEBB-2963-4EEE-D8ED-E3B5ABCFF21F}"/>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67AD5A0A-54A3-BC96-26BB-9C49B61555EC}"/>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A12490E1-7210-03FA-8406-7044E50A98B3}"/>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D0575C07-AA6B-0149-734C-B101314C9343}"/>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77B9C142-F05E-0FCB-045D-6B4B10F795C3}"/>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EB55001C-8880-8B09-8704-29D3F62E7A03}"/>
              </a:ext>
            </a:extLst>
          </p:cNvPr>
          <p:cNvSpPr txBox="1"/>
          <p:nvPr/>
        </p:nvSpPr>
        <p:spPr>
          <a:xfrm>
            <a:off x="1335024" y="1865376"/>
            <a:ext cx="6833922" cy="707886"/>
          </a:xfrm>
          <a:prstGeom prst="rect">
            <a:avLst/>
          </a:prstGeom>
          <a:noFill/>
        </p:spPr>
        <p:txBody>
          <a:bodyPr wrap="none" rtlCol="0">
            <a:spAutoFit/>
          </a:bodyPr>
          <a:lstStyle/>
          <a:p>
            <a:r>
              <a:rPr lang="en-US" sz="2000">
                <a:solidFill>
                  <a:srgbClr val="FF0000"/>
                </a:solidFill>
              </a:rPr>
              <a:t>Please put IBM Bob output screenshots with 2-3 prompts. </a:t>
            </a:r>
          </a:p>
          <a:p>
            <a:r>
              <a:rPr lang="en-US" sz="2000">
                <a:solidFill>
                  <a:srgbClr val="FF0000"/>
                </a:solidFill>
              </a:rPr>
              <a:t>You can take 2-3 more slides for each screenshot</a:t>
            </a:r>
            <a:endParaRPr lang="en-IN" sz="2000">
              <a:solidFill>
                <a:srgbClr val="FF0000"/>
              </a:solidFill>
            </a:endParaRPr>
          </a:p>
        </p:txBody>
      </p:sp>
      <p:pic>
        <p:nvPicPr>
          <p:cNvPr id="5" name="Picture 4">
            <a:extLst>
              <a:ext uri="{FF2B5EF4-FFF2-40B4-BE49-F238E27FC236}">
                <a16:creationId xmlns:a16="http://schemas.microsoft.com/office/drawing/2014/main" id="{369E3027-E56F-0656-B526-E49E62930B3B}"/>
              </a:ext>
            </a:extLst>
          </p:cNvPr>
          <p:cNvPicPr>
            <a:picLocks noChangeAspect="1"/>
          </p:cNvPicPr>
          <p:nvPr/>
        </p:nvPicPr>
        <p:blipFill>
          <a:blip r:embed="rId3"/>
          <a:stretch>
            <a:fillRect/>
          </a:stretch>
        </p:blipFill>
        <p:spPr>
          <a:xfrm>
            <a:off x="831954" y="816977"/>
            <a:ext cx="10528092" cy="5919161"/>
          </a:xfrm>
          <a:prstGeom prst="rect">
            <a:avLst/>
          </a:prstGeom>
        </p:spPr>
      </p:pic>
    </p:spTree>
    <p:extLst>
      <p:ext uri="{BB962C8B-B14F-4D97-AF65-F5344CB8AC3E}">
        <p14:creationId xmlns:p14="http://schemas.microsoft.com/office/powerpoint/2010/main" val="26019071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B0E055B-AE9D-F3B8-A9DF-46C9716E7BCE}"/>
              </a:ext>
            </a:extLst>
          </p:cNvPr>
          <p:cNvPicPr>
            <a:picLocks noChangeAspect="1"/>
          </p:cNvPicPr>
          <p:nvPr/>
        </p:nvPicPr>
        <p:blipFill>
          <a:blip r:embed="rId2"/>
          <a:stretch>
            <a:fillRect/>
          </a:stretch>
        </p:blipFill>
        <p:spPr>
          <a:xfrm>
            <a:off x="0" y="419468"/>
            <a:ext cx="12192000" cy="6019064"/>
          </a:xfrm>
          <a:prstGeom prst="rect">
            <a:avLst/>
          </a:prstGeom>
        </p:spPr>
      </p:pic>
    </p:spTree>
    <p:extLst>
      <p:ext uri="{BB962C8B-B14F-4D97-AF65-F5344CB8AC3E}">
        <p14:creationId xmlns:p14="http://schemas.microsoft.com/office/powerpoint/2010/main" val="27495706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0346"/>
            <a:ext cx="7123176" cy="461665"/>
          </a:xfrm>
          <a:prstGeom prst="rect">
            <a:avLst/>
          </a:prstGeom>
          <a:noFill/>
        </p:spPr>
        <p:txBody>
          <a:bodyPr wrap="square" rtlCol="0">
            <a:spAutoFit/>
          </a:bodyPr>
          <a:lstStyle/>
          <a:p>
            <a:r>
              <a:rPr lang="en-US" sz="2400" b="1"/>
              <a:t>Novelty and Uniqueness</a:t>
            </a:r>
            <a:endParaRPr lang="en-IN" sz="2400" b="1"/>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207008"/>
            <a:ext cx="11301984" cy="4708981"/>
          </a:xfrm>
          <a:prstGeom prst="rect">
            <a:avLst/>
          </a:prstGeom>
          <a:noFill/>
        </p:spPr>
        <p:txBody>
          <a:bodyPr wrap="square" rtlCol="0">
            <a:spAutoFit/>
          </a:bodyPr>
          <a:lstStyle/>
          <a:p>
            <a:r>
              <a:rPr lang="en-US" sz="2000" dirty="0"/>
              <a:t>The proposed Library AI Agent stands out by combining Agentic AI, RAG, and IBM Granite to provide intelligent library assistance.</a:t>
            </a:r>
          </a:p>
          <a:p>
            <a:endParaRPr lang="en-US" sz="2000" dirty="0"/>
          </a:p>
          <a:p>
            <a:r>
              <a:rPr lang="en-US" sz="2000" b="1" dirty="0"/>
              <a:t>Agentic Intelligence </a:t>
            </a:r>
            <a:r>
              <a:rPr lang="en-US" sz="2000" dirty="0"/>
              <a:t>– Uses AI to understand queries and perform library-related tasks.</a:t>
            </a:r>
          </a:p>
          <a:p>
            <a:r>
              <a:rPr lang="en-US" sz="2000" b="1" dirty="0"/>
              <a:t>RAG-Based Accuracy </a:t>
            </a:r>
            <a:r>
              <a:rPr lang="en-US" sz="2000" dirty="0"/>
              <a:t>– Retrieves relevant book information from the library knowledge base before generating answers.</a:t>
            </a:r>
          </a:p>
          <a:p>
            <a:r>
              <a:rPr lang="en-US" sz="2000" b="1" dirty="0"/>
              <a:t>Smart Book Discovery </a:t>
            </a:r>
            <a:r>
              <a:rPr lang="en-US" sz="2000" dirty="0"/>
              <a:t>– Helps users find books based on title, author, subject, or interests.</a:t>
            </a:r>
          </a:p>
          <a:p>
            <a:r>
              <a:rPr lang="en-US" sz="2000" dirty="0"/>
              <a:t>Personalized Recommendations – Suggests relevant books based on the user's requirements.</a:t>
            </a:r>
          </a:p>
          <a:p>
            <a:r>
              <a:rPr lang="en-US" sz="2000" b="1" dirty="0"/>
              <a:t>Context-Aware Interaction </a:t>
            </a:r>
            <a:r>
              <a:rPr lang="en-US" sz="2000" dirty="0"/>
              <a:t>– Understands follow-up questions without requiring users to repeat their queries.</a:t>
            </a:r>
          </a:p>
          <a:p>
            <a:r>
              <a:rPr lang="en-US" sz="2000" b="1" dirty="0"/>
              <a:t>Real-Time Assistance </a:t>
            </a:r>
            <a:r>
              <a:rPr lang="en-US" sz="2000" dirty="0"/>
              <a:t>– Provides instant information about book availability and library resources.</a:t>
            </a:r>
          </a:p>
          <a:p>
            <a:r>
              <a:rPr lang="en-US" sz="2000" b="1" dirty="0"/>
              <a:t>IBM Granite Integration </a:t>
            </a:r>
            <a:r>
              <a:rPr lang="en-US" sz="2000" dirty="0"/>
              <a:t>– Uses Granite models for natural-language understanding and response generation.</a:t>
            </a:r>
          </a:p>
          <a:p>
            <a:r>
              <a:rPr lang="en-US" sz="2000" dirty="0"/>
              <a:t>Overall, the solution provides a smart, interactive, and efficient digital library assistant rather than a basic search system.</a:t>
            </a:r>
            <a:endParaRPr lang="en-IN" sz="2000" dirty="0"/>
          </a:p>
        </p:txBody>
      </p:sp>
    </p:spTree>
    <p:extLst>
      <p:ext uri="{BB962C8B-B14F-4D97-AF65-F5344CB8AC3E}">
        <p14:creationId xmlns:p14="http://schemas.microsoft.com/office/powerpoint/2010/main" val="23252822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Git Hub Link</a:t>
            </a:r>
            <a:endParaRPr sz="2400" b="1">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lvl="0" algn="ctr">
              <a:lnSpc>
                <a:spcPct val="162162"/>
              </a:lnSpc>
              <a:buClr>
                <a:srgbClr val="2B3541"/>
              </a:buClr>
              <a:buSzPts val="1850"/>
            </a:pPr>
            <a:r>
              <a:rPr lang="en-IN" sz="2000" dirty="0">
                <a:latin typeface="+mn-lt"/>
                <a:ea typeface="Times New Roman"/>
                <a:cs typeface="Times New Roman"/>
                <a:sym typeface="Times New Roman"/>
              </a:rPr>
              <a:t>https://github.com/Monisha1710-moni/Library_Agent</a:t>
            </a:r>
            <a:endParaRPr sz="2000" b="0" i="0" u="none" strike="noStrike" cap="none" dirty="0">
              <a:solidFill>
                <a:srgbClr val="000000"/>
              </a:solidFill>
              <a:latin typeface="+mn-lt"/>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404041227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Future Scope </a:t>
            </a:r>
            <a:endParaRPr sz="2400" b="1">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221715"/>
            <a:ext cx="9214580" cy="4277001"/>
          </a:xfrm>
          <a:prstGeom prst="rect">
            <a:avLst/>
          </a:prstGeom>
          <a:noFill/>
          <a:ln>
            <a:noFill/>
          </a:ln>
        </p:spPr>
        <p:txBody>
          <a:bodyPr spcFirstLastPara="1" wrap="square" lIns="0" tIns="0" rIns="0" bIns="0" anchor="t" anchorCtr="0">
            <a:noAutofit/>
          </a:bodyPr>
          <a:lstStyle/>
          <a:p>
            <a:pPr lvl="0">
              <a:lnSpc>
                <a:spcPct val="162162"/>
              </a:lnSpc>
              <a:buClr>
                <a:srgbClr val="2B3541"/>
              </a:buClr>
              <a:buSzPts val="1850"/>
            </a:pPr>
            <a:r>
              <a:rPr lang="en-US" sz="1850" b="1" dirty="0">
                <a:solidFill>
                  <a:srgbClr val="2B3541"/>
                </a:solidFill>
                <a:latin typeface="Times New Roman"/>
                <a:ea typeface="Times New Roman"/>
                <a:cs typeface="Times New Roman"/>
                <a:sym typeface="Times New Roman"/>
              </a:rPr>
              <a:t>1.</a:t>
            </a:r>
            <a:r>
              <a:rPr lang="en-US" sz="2000" b="1" dirty="0">
                <a:solidFill>
                  <a:srgbClr val="2B3541"/>
                </a:solidFill>
                <a:latin typeface="Times New Roman"/>
                <a:ea typeface="Times New Roman"/>
                <a:cs typeface="Times New Roman"/>
                <a:sym typeface="Times New Roman"/>
              </a:rPr>
              <a:t>Voice &amp; Multilingual Support –</a:t>
            </a:r>
            <a:r>
              <a:rPr lang="en-US" sz="2000" dirty="0">
                <a:solidFill>
                  <a:srgbClr val="2B3541"/>
                </a:solidFill>
                <a:latin typeface="Times New Roman"/>
                <a:ea typeface="Times New Roman"/>
                <a:cs typeface="Times New Roman"/>
                <a:sym typeface="Times New Roman"/>
              </a:rPr>
              <a:t>Add voice interaction and multiple language support so users can search books and interact with the library agent more naturally.</a:t>
            </a:r>
          </a:p>
          <a:p>
            <a:pPr lvl="0">
              <a:lnSpc>
                <a:spcPct val="162162"/>
              </a:lnSpc>
              <a:buClr>
                <a:srgbClr val="2B3541"/>
              </a:buClr>
              <a:buSzPts val="1850"/>
            </a:pPr>
            <a:r>
              <a:rPr lang="en-US" sz="2000" b="1" dirty="0">
                <a:solidFill>
                  <a:srgbClr val="2B3541"/>
                </a:solidFill>
                <a:latin typeface="Times New Roman"/>
                <a:ea typeface="Times New Roman"/>
                <a:cs typeface="Times New Roman"/>
                <a:sym typeface="Times New Roman"/>
              </a:rPr>
              <a:t>2. Mobile Application –</a:t>
            </a:r>
            <a:r>
              <a:rPr lang="en-US" sz="2000" dirty="0">
                <a:solidFill>
                  <a:srgbClr val="2B3541"/>
                </a:solidFill>
                <a:latin typeface="Times New Roman"/>
                <a:ea typeface="Times New Roman"/>
                <a:cs typeface="Times New Roman"/>
                <a:sym typeface="Times New Roman"/>
              </a:rPr>
              <a:t>Develop a mobile app to allow users to search books, check availability, reserve books, and receive notifications from anywhere.</a:t>
            </a:r>
          </a:p>
          <a:p>
            <a:pPr lvl="0">
              <a:lnSpc>
                <a:spcPct val="162162"/>
              </a:lnSpc>
              <a:buClr>
                <a:srgbClr val="2B3541"/>
              </a:buClr>
              <a:buSzPts val="1850"/>
            </a:pPr>
            <a:r>
              <a:rPr lang="en-US" sz="2000" b="1" dirty="0">
                <a:solidFill>
                  <a:srgbClr val="2B3541"/>
                </a:solidFill>
                <a:latin typeface="Times New Roman"/>
                <a:ea typeface="Times New Roman"/>
                <a:cs typeface="Times New Roman"/>
                <a:sym typeface="Times New Roman"/>
              </a:rPr>
              <a:t>3. Smart Book Recommendations –</a:t>
            </a:r>
            <a:r>
              <a:rPr lang="en-US" sz="2000" dirty="0">
                <a:solidFill>
                  <a:srgbClr val="2B3541"/>
                </a:solidFill>
                <a:latin typeface="Times New Roman"/>
                <a:ea typeface="Times New Roman"/>
                <a:cs typeface="Times New Roman"/>
                <a:sym typeface="Times New Roman"/>
              </a:rPr>
              <a:t>Use user interests and borrowing history to provide personalized book recommendations</a:t>
            </a:r>
            <a:r>
              <a:rPr lang="en-US" sz="2000" b="1" dirty="0">
                <a:solidFill>
                  <a:srgbClr val="2B3541"/>
                </a:solidFill>
                <a:latin typeface="Times New Roman"/>
                <a:ea typeface="Times New Roman"/>
                <a:cs typeface="Times New Roman"/>
                <a:sym typeface="Times New Roman"/>
              </a:rPr>
              <a:t>.</a:t>
            </a:r>
          </a:p>
          <a:p>
            <a:pPr lvl="0">
              <a:lnSpc>
                <a:spcPct val="162162"/>
              </a:lnSpc>
              <a:buClr>
                <a:srgbClr val="2B3541"/>
              </a:buClr>
              <a:buSzPts val="1850"/>
            </a:pPr>
            <a:r>
              <a:rPr lang="en-US" sz="2000" b="1" dirty="0">
                <a:solidFill>
                  <a:srgbClr val="2B3541"/>
                </a:solidFill>
                <a:latin typeface="Times New Roman"/>
                <a:ea typeface="Times New Roman"/>
                <a:cs typeface="Times New Roman"/>
                <a:sym typeface="Times New Roman"/>
              </a:rPr>
              <a:t>4. Library Management Integration –</a:t>
            </a:r>
            <a:r>
              <a:rPr lang="en-US" sz="2000" dirty="0">
                <a:solidFill>
                  <a:srgbClr val="2B3541"/>
                </a:solidFill>
                <a:latin typeface="Times New Roman"/>
                <a:ea typeface="Times New Roman"/>
                <a:cs typeface="Times New Roman"/>
                <a:sym typeface="Times New Roman"/>
              </a:rPr>
              <a:t>Integrate with the library management system to provide real-time information about book availability, reservations, and returns.</a:t>
            </a:r>
            <a:endParaRPr sz="200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74002846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Certificates Earned:</a:t>
            </a:r>
          </a:p>
          <a:p>
            <a:pPr algn="ctr"/>
            <a:endParaRPr lang="en-US"/>
          </a:p>
        </p:txBody>
      </p:sp>
      <p:sp>
        <p:nvSpPr>
          <p:cNvPr id="3" name="TextBox 2">
            <a:extLst>
              <a:ext uri="{FF2B5EF4-FFF2-40B4-BE49-F238E27FC236}">
                <a16:creationId xmlns:a16="http://schemas.microsoft.com/office/drawing/2014/main" id="{4837D5EE-379B-FDC5-0854-8AC81D31FADF}"/>
              </a:ext>
            </a:extLst>
          </p:cNvPr>
          <p:cNvSpPr txBox="1"/>
          <p:nvPr/>
        </p:nvSpPr>
        <p:spPr>
          <a:xfrm>
            <a:off x="552048" y="690061"/>
            <a:ext cx="11453139"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Please  add your </a:t>
            </a:r>
            <a:r>
              <a:rPr lang="en-US" sz="2400" b="1" dirty="0" err="1"/>
              <a:t>credly</a:t>
            </a:r>
            <a:r>
              <a:rPr lang="en-US" sz="2400" b="1" dirty="0"/>
              <a:t> certificate(Getting Started with Artificial Intelligence)  </a:t>
            </a:r>
          </a:p>
        </p:txBody>
      </p:sp>
      <p:pic>
        <p:nvPicPr>
          <p:cNvPr id="4" name="Picture 3">
            <a:extLst>
              <a:ext uri="{FF2B5EF4-FFF2-40B4-BE49-F238E27FC236}">
                <a16:creationId xmlns:a16="http://schemas.microsoft.com/office/drawing/2014/main" id="{EE4B20CF-08C4-2B0B-7E0D-952365791BFA}"/>
              </a:ext>
            </a:extLst>
          </p:cNvPr>
          <p:cNvPicPr>
            <a:picLocks noChangeAspect="1"/>
          </p:cNvPicPr>
          <p:nvPr/>
        </p:nvPicPr>
        <p:blipFill>
          <a:blip r:embed="rId2"/>
          <a:stretch>
            <a:fillRect/>
          </a:stretch>
        </p:blipFill>
        <p:spPr>
          <a:xfrm>
            <a:off x="2017654" y="1367169"/>
            <a:ext cx="7316221" cy="5382376"/>
          </a:xfrm>
          <a:prstGeom prst="rect">
            <a:avLst/>
          </a:prstGeom>
        </p:spPr>
      </p:pic>
    </p:spTree>
    <p:extLst>
      <p:ext uri="{BB962C8B-B14F-4D97-AF65-F5344CB8AC3E}">
        <p14:creationId xmlns:p14="http://schemas.microsoft.com/office/powerpoint/2010/main" val="28334827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Arial"/>
              </a:rPr>
              <a:t>Certificates Earned:</a:t>
            </a:r>
            <a:r>
              <a:rPr sz="2400" b="0" i="0">
                <a:solidFill>
                  <a:srgbClr val="000000"/>
                </a:solidFill>
                <a:latin typeface="Arial"/>
                <a:ea typeface="Arial"/>
                <a:cs typeface="Arial"/>
              </a:rPr>
              <a:t>​</a:t>
            </a:r>
            <a:endParaRPr lang="en-US"/>
          </a:p>
          <a:p>
            <a:pPr algn="ctr"/>
            <a:endParaRPr lang="en-US"/>
          </a:p>
        </p:txBody>
      </p:sp>
      <p:sp>
        <p:nvSpPr>
          <p:cNvPr id="6" name="TextBox 5">
            <a:extLst>
              <a:ext uri="{FF2B5EF4-FFF2-40B4-BE49-F238E27FC236}">
                <a16:creationId xmlns:a16="http://schemas.microsoft.com/office/drawing/2014/main" id="{C0D36B1A-26C2-CD55-1032-4CB5E4EDF305}"/>
              </a:ext>
            </a:extLst>
          </p:cNvPr>
          <p:cNvSpPr txBox="1"/>
          <p:nvPr/>
        </p:nvSpPr>
        <p:spPr>
          <a:xfrm>
            <a:off x="496843" y="800470"/>
            <a:ext cx="543768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t>Add your IBM BOB Certificate</a:t>
            </a:r>
          </a:p>
        </p:txBody>
      </p:sp>
      <p:pic>
        <p:nvPicPr>
          <p:cNvPr id="3" name="Picture 2">
            <a:extLst>
              <a:ext uri="{FF2B5EF4-FFF2-40B4-BE49-F238E27FC236}">
                <a16:creationId xmlns:a16="http://schemas.microsoft.com/office/drawing/2014/main" id="{ACB0ADEA-6196-0D19-07B9-24F409A0DD1F}"/>
              </a:ext>
            </a:extLst>
          </p:cNvPr>
          <p:cNvPicPr>
            <a:picLocks noChangeAspect="1"/>
          </p:cNvPicPr>
          <p:nvPr/>
        </p:nvPicPr>
        <p:blipFill>
          <a:blip r:embed="rId2"/>
          <a:srcRect t="1957" r="3668" b="17370"/>
          <a:stretch>
            <a:fillRect/>
          </a:stretch>
        </p:blipFill>
        <p:spPr>
          <a:xfrm>
            <a:off x="2147709" y="1200580"/>
            <a:ext cx="8213924" cy="5358757"/>
          </a:xfrm>
          <a:prstGeom prst="rect">
            <a:avLst/>
          </a:prstGeom>
        </p:spPr>
      </p:pic>
    </p:spTree>
    <p:extLst>
      <p:ext uri="{BB962C8B-B14F-4D97-AF65-F5344CB8AC3E}">
        <p14:creationId xmlns:p14="http://schemas.microsoft.com/office/powerpoint/2010/main" val="417517770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extLst>
      <p:ext uri="{BB962C8B-B14F-4D97-AF65-F5344CB8AC3E}">
        <p14:creationId xmlns:p14="http://schemas.microsoft.com/office/powerpoint/2010/main" val="1440137342"/>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824</TotalTime>
  <Words>982</Words>
  <Application>Microsoft Office PowerPoint</Application>
  <PresentationFormat>Widescreen</PresentationFormat>
  <Paragraphs>115</Paragraphs>
  <Slides>22</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22</vt:i4>
      </vt:variant>
    </vt:vector>
  </HeadingPairs>
  <TitlesOfParts>
    <vt:vector size="26"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Monisha K</cp:lastModifiedBy>
  <cp:revision>6</cp:revision>
  <dcterms:created xsi:type="dcterms:W3CDTF">2025-07-08T05:06:56Z</dcterms:created>
  <dcterms:modified xsi:type="dcterms:W3CDTF">2026-09-11T06:33:57Z</dcterms:modified>
</cp:coreProperties>
</file>